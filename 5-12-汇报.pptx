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19" r:id="rId2"/>
    <p:sldId id="276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280" r:id="rId11"/>
    <p:sldId id="284" r:id="rId12"/>
    <p:sldId id="300" r:id="rId13"/>
    <p:sldId id="301" r:id="rId14"/>
    <p:sldId id="302" r:id="rId15"/>
    <p:sldId id="288" r:id="rId16"/>
    <p:sldId id="289" r:id="rId17"/>
    <p:sldId id="290" r:id="rId18"/>
    <p:sldId id="279" r:id="rId19"/>
    <p:sldId id="281" r:id="rId20"/>
    <p:sldId id="285" r:id="rId21"/>
    <p:sldId id="303" r:id="rId22"/>
    <p:sldId id="304" r:id="rId23"/>
    <p:sldId id="305" r:id="rId24"/>
    <p:sldId id="291" r:id="rId25"/>
    <p:sldId id="292" r:id="rId26"/>
    <p:sldId id="293" r:id="rId27"/>
    <p:sldId id="278" r:id="rId28"/>
    <p:sldId id="282" r:id="rId29"/>
    <p:sldId id="286" r:id="rId30"/>
    <p:sldId id="306" r:id="rId31"/>
    <p:sldId id="307" r:id="rId32"/>
    <p:sldId id="308" r:id="rId33"/>
    <p:sldId id="294" r:id="rId34"/>
    <p:sldId id="295" r:id="rId35"/>
    <p:sldId id="296" r:id="rId36"/>
    <p:sldId id="277" r:id="rId37"/>
    <p:sldId id="287" r:id="rId38"/>
    <p:sldId id="283" r:id="rId39"/>
    <p:sldId id="309" r:id="rId40"/>
    <p:sldId id="310" r:id="rId41"/>
    <p:sldId id="311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8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68F71-516D-4C1B-A3DD-B73476A1A7DA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495D9-E1A8-4FC9-BD62-CD2C4BBB18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35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6497-DE2E-CEDF-CA44-CFACF73C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2A649A-82FE-BD7E-A50B-B4432BF55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3A1942-6A42-28A6-130F-2AF5FBD44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47641-F46F-52C8-B5CD-2BDA692A7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95D9-E1A8-4FC9-BD62-CD2C4BBB187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236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95D9-E1A8-4FC9-BD62-CD2C4BBB187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5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3764A-43EC-9469-C974-DCF00C461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CCA060-DA35-DEB4-0847-51285C176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F0BE8-E663-E0A8-DA48-D0D6219C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AE8884-6E10-DF2F-27AF-B4DF5C4F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AF1652-17C5-A796-D0DE-3EF00A2C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33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0854-78EF-845F-9441-150DFF5D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6E0B4-88C7-11A2-6CB5-D55AE348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1F128-92C3-12FB-37D9-DCDBEAAE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C746A-2C00-F95B-8001-8A332634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40B82-0D88-E704-C4DF-479BF3A4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57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B0973-953C-27BD-4027-9FFE142C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E0D3BA-0B04-057E-B9B1-52376930F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833E2F-507B-1706-29BF-BBCCCF12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51DA1B-41B6-1980-85F7-ECBCC873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194A3D-C307-0356-DD5D-E7EF8BFB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17CD2-A092-52EA-09D6-47DD984F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9AD7A-5905-BFD8-9077-598365B30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05B61A-AEAD-B418-A906-B3A8BD0F9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8E9F9C-60D3-E59F-88A1-BFCE1397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8D46C3-DF7A-0200-FAFE-7249D0FC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A0E387-0977-E7BC-242C-E0CACE85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1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2B36F-4B6D-C89E-3B24-14F5A68B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7EBDFE-0007-2A9F-1700-29B67E00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E1CC5F-4A9D-2721-BB13-068017D57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536DFB-7289-868E-B6D3-07DA14817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587817-AD57-C5A5-26CE-A03903D80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0C751D-2039-6A14-D664-A2CB6F059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5EA8AB-7112-CA40-7A6C-48826D70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6DFEAC-54AA-062B-3BD8-A20A5E5C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85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3D4C5-9033-EC3D-CB36-64C9C971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92F51F-8F4D-35EA-A564-3DFA2D11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B0AFC3-C783-B529-493B-8F395411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841778-F72C-41E0-61CB-D5BC6066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0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5E6578-3D6C-F6AA-623E-1F3BB8E5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E5237D-4BC2-8C3F-03F8-61B28C36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89C40-CB12-4561-76C8-78ABC048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57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8E95C-6B20-63B9-1E32-E2D5B617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DCED06-A2AD-CD58-F56A-9677F8737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EB6221-BFA7-4BE3-AD8D-3470AE4A8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6BF685-5BCD-687E-FAFD-1645EEC6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66C91E-93BD-E107-EE41-7D5CE56D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4B55A8-8296-095C-0450-7C8C4806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57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299FF-5B4D-16A9-BAE1-C2B127AC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FB1123-C16B-3B3A-9ABD-0A2602102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47159F-678D-9BE3-2B04-937C28B08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2EE5F0-97BD-BD30-A565-A7BCF03E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18C81F-B468-F887-8239-38B85CEA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87C845-5543-302A-BC4C-592E808D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19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41CF2-86A1-4B49-D02A-3648FC5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644972-B482-74C6-37B3-5230FBF78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CD5B3-ADE6-9258-B784-2F95E3B8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75B40A-0EE8-6C31-9884-340B6D99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8C29D-6DDB-DF16-3724-6572F79F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9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DF95F1-F627-7F79-3D52-EEB9A7BC6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E5CC16-8C9A-A323-6233-D54F0B05E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27FE2-F6C1-8D0B-054D-28E5C495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289B79-D428-FC95-7879-AF853587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4B1932-E8B5-DA33-20EC-A769517A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22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199141-B43E-AB97-18B3-A7244220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386B4E-8318-8A17-01FC-D7CE649E6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5D79B-CCB3-BDFA-C2E7-263A9D83D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874EF-DB57-4EEA-A3F8-A0847E9859B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7FC5A4-5940-E259-DAA6-CB3766E7D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C254D-DD2C-CF9B-19A1-6419FFBA2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E79E5-B2B4-4ACB-8D0B-D87118A7A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76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7E53-9789-480A-A78E-E5CBE8D2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9FA757D-8D9E-3982-CC2C-04E225E0A502}"/>
              </a:ext>
            </a:extLst>
          </p:cNvPr>
          <p:cNvSpPr/>
          <p:nvPr/>
        </p:nvSpPr>
        <p:spPr>
          <a:xfrm>
            <a:off x="7724587" y="1559860"/>
            <a:ext cx="2211294" cy="315557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F046C0F-7BB3-D719-2E0C-367502608538}"/>
              </a:ext>
            </a:extLst>
          </p:cNvPr>
          <p:cNvSpPr/>
          <p:nvPr/>
        </p:nvSpPr>
        <p:spPr>
          <a:xfrm>
            <a:off x="4515226" y="1559860"/>
            <a:ext cx="2211294" cy="315557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9C924DE-A50F-FF06-FA52-84F8FB915674}"/>
              </a:ext>
            </a:extLst>
          </p:cNvPr>
          <p:cNvSpPr/>
          <p:nvPr/>
        </p:nvSpPr>
        <p:spPr>
          <a:xfrm>
            <a:off x="1308847" y="1559860"/>
            <a:ext cx="2211294" cy="315557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2F3FE86-6BC7-3449-3D1F-FB83D1D4C30B}"/>
              </a:ext>
            </a:extLst>
          </p:cNvPr>
          <p:cNvSpPr/>
          <p:nvPr/>
        </p:nvSpPr>
        <p:spPr>
          <a:xfrm>
            <a:off x="1622606" y="1948330"/>
            <a:ext cx="1541930" cy="956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模型的建立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0499C50-228F-E302-368B-EA1D5097CA72}"/>
              </a:ext>
            </a:extLst>
          </p:cNvPr>
          <p:cNvSpPr/>
          <p:nvPr/>
        </p:nvSpPr>
        <p:spPr>
          <a:xfrm>
            <a:off x="1622606" y="3349813"/>
            <a:ext cx="1541930" cy="956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假设的确定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DE89334-28CA-3F3D-A579-3ECF33384BE1}"/>
              </a:ext>
            </a:extLst>
          </p:cNvPr>
          <p:cNvSpPr/>
          <p:nvPr/>
        </p:nvSpPr>
        <p:spPr>
          <a:xfrm>
            <a:off x="4843928" y="3355793"/>
            <a:ext cx="1541930" cy="956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数值扫描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0E39AC8-5139-F561-4E2A-B101D5AFFCDD}"/>
              </a:ext>
            </a:extLst>
          </p:cNvPr>
          <p:cNvSpPr/>
          <p:nvPr/>
        </p:nvSpPr>
        <p:spPr>
          <a:xfrm>
            <a:off x="4843928" y="1948330"/>
            <a:ext cx="1541930" cy="956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策略评价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03A1988-B35F-5934-75F7-45898EE31121}"/>
              </a:ext>
            </a:extLst>
          </p:cNvPr>
          <p:cNvSpPr/>
          <p:nvPr/>
        </p:nvSpPr>
        <p:spPr>
          <a:xfrm>
            <a:off x="8065250" y="1948330"/>
            <a:ext cx="1541930" cy="956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机制分析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E49FFAA-96BD-D9D2-70C8-084A86F1FDAA}"/>
              </a:ext>
            </a:extLst>
          </p:cNvPr>
          <p:cNvSpPr/>
          <p:nvPr/>
        </p:nvSpPr>
        <p:spPr>
          <a:xfrm>
            <a:off x="8065250" y="3349813"/>
            <a:ext cx="1541930" cy="956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拓展讨论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D063C94-7549-9140-BC0D-0D28F758B2B1}"/>
              </a:ext>
            </a:extLst>
          </p:cNvPr>
          <p:cNvCxnSpPr>
            <a:stCxn id="30" idx="3"/>
            <a:endCxn id="32" idx="1"/>
          </p:cNvCxnSpPr>
          <p:nvPr/>
        </p:nvCxnSpPr>
        <p:spPr>
          <a:xfrm>
            <a:off x="3520141" y="3137648"/>
            <a:ext cx="995085" cy="0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CDFDF6F-E1C8-1E78-424F-CCB50D7825FD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6726520" y="3137648"/>
            <a:ext cx="998067" cy="0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90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51AC-371C-F07E-396F-1973317F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F06FBDA4-F98A-78D1-C074-0DA1942E2A37}"/>
              </a:ext>
            </a:extLst>
          </p:cNvPr>
          <p:cNvSpPr/>
          <p:nvPr/>
        </p:nvSpPr>
        <p:spPr>
          <a:xfrm>
            <a:off x="3967655" y="2133600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5DCD94B-2A45-37A9-4D7B-60634380FA81}"/>
              </a:ext>
            </a:extLst>
          </p:cNvPr>
          <p:cNvSpPr/>
          <p:nvPr/>
        </p:nvSpPr>
        <p:spPr>
          <a:xfrm>
            <a:off x="2764221" y="2133600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D0D4F4B-8D2B-3BC3-FD54-494FF959D0AF}"/>
              </a:ext>
            </a:extLst>
          </p:cNvPr>
          <p:cNvSpPr/>
          <p:nvPr/>
        </p:nvSpPr>
        <p:spPr>
          <a:xfrm>
            <a:off x="3967655" y="98271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8874F8C-BC86-1D26-AD1F-8C0F99D0DA79}"/>
              </a:ext>
            </a:extLst>
          </p:cNvPr>
          <p:cNvSpPr/>
          <p:nvPr/>
        </p:nvSpPr>
        <p:spPr>
          <a:xfrm>
            <a:off x="2764221" y="3284483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8EE2D33-B410-74A1-2C8A-D71CDD864998}"/>
              </a:ext>
            </a:extLst>
          </p:cNvPr>
          <p:cNvSpPr/>
          <p:nvPr/>
        </p:nvSpPr>
        <p:spPr>
          <a:xfrm>
            <a:off x="2764221" y="4435366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8FB9D91-3C7C-2C22-F995-EFD2825996E2}"/>
              </a:ext>
            </a:extLst>
          </p:cNvPr>
          <p:cNvSpPr/>
          <p:nvPr/>
        </p:nvSpPr>
        <p:spPr>
          <a:xfrm>
            <a:off x="3967655" y="3284483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ADE1D5-02F0-73E3-D97A-F85D97DCF93A}"/>
              </a:ext>
            </a:extLst>
          </p:cNvPr>
          <p:cNvSpPr/>
          <p:nvPr/>
        </p:nvSpPr>
        <p:spPr>
          <a:xfrm>
            <a:off x="5171089" y="2133600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92999AC-81BC-4958-FA03-4B6606BBEBBC}"/>
              </a:ext>
            </a:extLst>
          </p:cNvPr>
          <p:cNvSpPr/>
          <p:nvPr/>
        </p:nvSpPr>
        <p:spPr>
          <a:xfrm>
            <a:off x="5171089" y="3284483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AA0CB72-2D7F-EEC1-F2C3-5D9923313B0E}"/>
              </a:ext>
            </a:extLst>
          </p:cNvPr>
          <p:cNvSpPr/>
          <p:nvPr/>
        </p:nvSpPr>
        <p:spPr>
          <a:xfrm>
            <a:off x="6374523" y="2133600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8A564CC-CB7A-A86E-7CAC-0B6518773EC9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3436883" y="2472559"/>
            <a:ext cx="530772" cy="0"/>
          </a:xfrm>
          <a:prstGeom prst="straightConnector1">
            <a:avLst/>
          </a:prstGeom>
          <a:ln w="38100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5C7FF0-A8CD-CB94-2CAB-45C621651D7B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3338374" y="1561356"/>
            <a:ext cx="727790" cy="671523"/>
          </a:xfrm>
          <a:prstGeom prst="straightConnector1">
            <a:avLst/>
          </a:prstGeom>
          <a:ln w="38100"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2AA22D4-9888-3DFB-22E0-FFA720CC71BF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V="1">
            <a:off x="4303986" y="1660635"/>
            <a:ext cx="0" cy="472965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1C1A022-0413-CCFC-F211-71C2545D6C50}"/>
              </a:ext>
            </a:extLst>
          </p:cNvPr>
          <p:cNvCxnSpPr>
            <a:cxnSpLocks/>
            <a:stCxn id="13" idx="2"/>
            <a:endCxn id="11" idx="6"/>
          </p:cNvCxnSpPr>
          <p:nvPr/>
        </p:nvCxnSpPr>
        <p:spPr>
          <a:xfrm flipH="1">
            <a:off x="5843751" y="2472559"/>
            <a:ext cx="530772" cy="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2998611-7851-35A2-6CCF-A5F55093E349}"/>
              </a:ext>
            </a:extLst>
          </p:cNvPr>
          <p:cNvCxnSpPr>
            <a:cxnSpLocks/>
            <a:stCxn id="13" idx="3"/>
            <a:endCxn id="12" idx="7"/>
          </p:cNvCxnSpPr>
          <p:nvPr/>
        </p:nvCxnSpPr>
        <p:spPr>
          <a:xfrm flipH="1">
            <a:off x="5745242" y="2712239"/>
            <a:ext cx="727790" cy="671523"/>
          </a:xfrm>
          <a:prstGeom prst="straightConnector1">
            <a:avLst/>
          </a:prstGeom>
          <a:ln w="38100"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67CACC7-17D1-9A4D-754D-9A8B2A294B62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3338374" y="3863122"/>
            <a:ext cx="727790" cy="671523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996B187-289E-677A-DF79-AF4373928F91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3100552" y="3962401"/>
            <a:ext cx="0" cy="472965"/>
          </a:xfrm>
          <a:prstGeom prst="straightConnector1">
            <a:avLst/>
          </a:prstGeom>
          <a:ln w="38100"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8E81262-7A87-D3C7-0486-87E5360DBCB6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>
            <a:off x="3436883" y="3623442"/>
            <a:ext cx="530772" cy="0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0706AE2-11F5-F2A8-59D1-5C5889A148EB}"/>
              </a:ext>
            </a:extLst>
          </p:cNvPr>
          <p:cNvCxnSpPr>
            <a:cxnSpLocks/>
            <a:stCxn id="4" idx="3"/>
            <a:endCxn id="7" idx="7"/>
          </p:cNvCxnSpPr>
          <p:nvPr/>
        </p:nvCxnSpPr>
        <p:spPr>
          <a:xfrm flipH="1">
            <a:off x="3338374" y="2712239"/>
            <a:ext cx="727790" cy="671523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7422714-C321-482F-59A8-578BA36CFF09}"/>
              </a:ext>
            </a:extLst>
          </p:cNvPr>
          <p:cNvCxnSpPr>
            <a:cxnSpLocks/>
            <a:stCxn id="4" idx="5"/>
            <a:endCxn id="12" idx="1"/>
          </p:cNvCxnSpPr>
          <p:nvPr/>
        </p:nvCxnSpPr>
        <p:spPr>
          <a:xfrm>
            <a:off x="4541808" y="2712239"/>
            <a:ext cx="727790" cy="671523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F348063-CA16-91C0-677A-E39E3863CA4D}"/>
              </a:ext>
            </a:extLst>
          </p:cNvPr>
          <p:cNvCxnSpPr>
            <a:cxnSpLocks/>
            <a:stCxn id="11" idx="1"/>
            <a:endCxn id="6" idx="5"/>
          </p:cNvCxnSpPr>
          <p:nvPr/>
        </p:nvCxnSpPr>
        <p:spPr>
          <a:xfrm flipH="1" flipV="1">
            <a:off x="4541808" y="1561356"/>
            <a:ext cx="727790" cy="671523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658F6FE-C82D-7D94-7313-0CCF4D05E698}"/>
              </a:ext>
            </a:extLst>
          </p:cNvPr>
          <p:cNvCxnSpPr>
            <a:cxnSpLocks/>
            <a:stCxn id="11" idx="3"/>
            <a:endCxn id="113" idx="1"/>
          </p:cNvCxnSpPr>
          <p:nvPr/>
        </p:nvCxnSpPr>
        <p:spPr>
          <a:xfrm flipH="1">
            <a:off x="3490530" y="2712239"/>
            <a:ext cx="1779068" cy="767356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3D08581-FB26-305F-AEBC-922257789BF4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4640317" y="3623442"/>
            <a:ext cx="530772" cy="0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D3DDD19-CCD7-687E-F857-E78C63FF5C2A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5507420" y="2811518"/>
            <a:ext cx="0" cy="472965"/>
          </a:xfrm>
          <a:prstGeom prst="straightConnector1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4B1D4ED8-3124-65EE-2B48-1A64179D2370}"/>
              </a:ext>
            </a:extLst>
          </p:cNvPr>
          <p:cNvCxnSpPr>
            <a:stCxn id="9" idx="4"/>
            <a:endCxn id="6" idx="6"/>
          </p:cNvCxnSpPr>
          <p:nvPr/>
        </p:nvCxnSpPr>
        <p:spPr>
          <a:xfrm rot="5400000" flipH="1" flipV="1">
            <a:off x="3151788" y="2473873"/>
            <a:ext cx="2640725" cy="336331"/>
          </a:xfrm>
          <a:prstGeom prst="bentConnector4">
            <a:avLst>
              <a:gd name="adj1" fmla="val -8657"/>
              <a:gd name="adj2" fmla="val 841407"/>
            </a:avLst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320E3A1E-7825-CC18-9ACE-86815F0448FA}"/>
              </a:ext>
            </a:extLst>
          </p:cNvPr>
          <p:cNvCxnSpPr>
            <a:stCxn id="6" idx="2"/>
            <a:endCxn id="5" idx="0"/>
          </p:cNvCxnSpPr>
          <p:nvPr/>
        </p:nvCxnSpPr>
        <p:spPr>
          <a:xfrm rot="10800000" flipV="1">
            <a:off x="3100553" y="1321676"/>
            <a:ext cx="867103" cy="811924"/>
          </a:xfrm>
          <a:prstGeom prst="bentConnector2">
            <a:avLst/>
          </a:prstGeom>
          <a:ln w="38100">
            <a:prstDash val="sysDash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4C7ACA24-851C-E785-3CD8-0303D4CA4FB1}"/>
              </a:ext>
            </a:extLst>
          </p:cNvPr>
          <p:cNvCxnSpPr>
            <a:cxnSpLocks/>
            <a:stCxn id="12" idx="6"/>
            <a:endCxn id="13" idx="4"/>
          </p:cNvCxnSpPr>
          <p:nvPr/>
        </p:nvCxnSpPr>
        <p:spPr>
          <a:xfrm flipV="1">
            <a:off x="5843751" y="2811518"/>
            <a:ext cx="867103" cy="811924"/>
          </a:xfrm>
          <a:prstGeom prst="bentConnector2">
            <a:avLst/>
          </a:prstGeom>
          <a:ln w="38100">
            <a:prstDash val="sysDash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4C14A7C0-4F5C-FCD2-7792-AB27EBBDA3C3}"/>
              </a:ext>
            </a:extLst>
          </p:cNvPr>
          <p:cNvCxnSpPr>
            <a:cxnSpLocks/>
            <a:stCxn id="8" idx="2"/>
            <a:endCxn id="7" idx="2"/>
          </p:cNvCxnSpPr>
          <p:nvPr/>
        </p:nvCxnSpPr>
        <p:spPr>
          <a:xfrm rot="10800000">
            <a:off x="2764221" y="3623443"/>
            <a:ext cx="12700" cy="1150883"/>
          </a:xfrm>
          <a:prstGeom prst="bentConnector3">
            <a:avLst>
              <a:gd name="adj1" fmla="val 2544827"/>
            </a:avLst>
          </a:prstGeom>
          <a:ln w="38100">
            <a:prstDash val="sysDash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84DF04D7-6F24-E103-9C53-9E016F8562C1}"/>
              </a:ext>
            </a:extLst>
          </p:cNvPr>
          <p:cNvSpPr/>
          <p:nvPr/>
        </p:nvSpPr>
        <p:spPr>
          <a:xfrm>
            <a:off x="4120053" y="1660635"/>
            <a:ext cx="367862" cy="81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等腰三角形 91">
            <a:extLst>
              <a:ext uri="{FF2B5EF4-FFF2-40B4-BE49-F238E27FC236}">
                <a16:creationId xmlns:a16="http://schemas.microsoft.com/office/drawing/2014/main" id="{56F51CB0-9BEF-3488-2ABC-CB60B5140744}"/>
              </a:ext>
            </a:extLst>
          </p:cNvPr>
          <p:cNvSpPr/>
          <p:nvPr/>
        </p:nvSpPr>
        <p:spPr>
          <a:xfrm>
            <a:off x="4185112" y="1662981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3204829-BFE8-F9DF-2F6B-81C0371E7B07}"/>
              </a:ext>
            </a:extLst>
          </p:cNvPr>
          <p:cNvSpPr/>
          <p:nvPr/>
        </p:nvSpPr>
        <p:spPr>
          <a:xfrm rot="16200000">
            <a:off x="4501056" y="1266380"/>
            <a:ext cx="367862" cy="81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等腰三角形 95">
            <a:extLst>
              <a:ext uri="{FF2B5EF4-FFF2-40B4-BE49-F238E27FC236}">
                <a16:creationId xmlns:a16="http://schemas.microsoft.com/office/drawing/2014/main" id="{7B8A1D77-8174-9EC9-B273-7CDB1D6B8055}"/>
              </a:ext>
            </a:extLst>
          </p:cNvPr>
          <p:cNvSpPr/>
          <p:nvPr/>
        </p:nvSpPr>
        <p:spPr>
          <a:xfrm rot="10800000">
            <a:off x="5388471" y="3079532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等腰三角形 96">
            <a:extLst>
              <a:ext uri="{FF2B5EF4-FFF2-40B4-BE49-F238E27FC236}">
                <a16:creationId xmlns:a16="http://schemas.microsoft.com/office/drawing/2014/main" id="{FAA4D466-C46F-EC68-4272-4BDFBD090A9E}"/>
              </a:ext>
            </a:extLst>
          </p:cNvPr>
          <p:cNvSpPr/>
          <p:nvPr/>
        </p:nvSpPr>
        <p:spPr>
          <a:xfrm rot="16200000">
            <a:off x="4644944" y="1225024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75647C6-77C7-031E-FBCB-58216E204125}"/>
              </a:ext>
            </a:extLst>
          </p:cNvPr>
          <p:cNvSpPr/>
          <p:nvPr/>
        </p:nvSpPr>
        <p:spPr>
          <a:xfrm rot="10800000">
            <a:off x="5327455" y="3196341"/>
            <a:ext cx="367862" cy="81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>
            <a:extLst>
              <a:ext uri="{FF2B5EF4-FFF2-40B4-BE49-F238E27FC236}">
                <a16:creationId xmlns:a16="http://schemas.microsoft.com/office/drawing/2014/main" id="{CFB3BE2F-04B2-75B2-605E-AFE9E9337FF7}"/>
              </a:ext>
            </a:extLst>
          </p:cNvPr>
          <p:cNvSpPr/>
          <p:nvPr/>
        </p:nvSpPr>
        <p:spPr>
          <a:xfrm rot="5400000">
            <a:off x="3756816" y="2376304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>
            <a:extLst>
              <a:ext uri="{FF2B5EF4-FFF2-40B4-BE49-F238E27FC236}">
                <a16:creationId xmlns:a16="http://schemas.microsoft.com/office/drawing/2014/main" id="{52683891-4633-6D62-A1D7-11691E2E784B}"/>
              </a:ext>
            </a:extLst>
          </p:cNvPr>
          <p:cNvSpPr/>
          <p:nvPr/>
        </p:nvSpPr>
        <p:spPr>
          <a:xfrm rot="2597208">
            <a:off x="3879464" y="3833848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>
            <a:extLst>
              <a:ext uri="{FF2B5EF4-FFF2-40B4-BE49-F238E27FC236}">
                <a16:creationId xmlns:a16="http://schemas.microsoft.com/office/drawing/2014/main" id="{BBBC32FD-5FEC-2BC4-887E-69BF137FFB9C}"/>
              </a:ext>
            </a:extLst>
          </p:cNvPr>
          <p:cNvSpPr/>
          <p:nvPr/>
        </p:nvSpPr>
        <p:spPr>
          <a:xfrm rot="16200000">
            <a:off x="3909216" y="2528704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>
            <a:extLst>
              <a:ext uri="{FF2B5EF4-FFF2-40B4-BE49-F238E27FC236}">
                <a16:creationId xmlns:a16="http://schemas.microsoft.com/office/drawing/2014/main" id="{8999D7AE-B9DF-1C38-3677-E308B770300B}"/>
              </a:ext>
            </a:extLst>
          </p:cNvPr>
          <p:cNvSpPr/>
          <p:nvPr/>
        </p:nvSpPr>
        <p:spPr>
          <a:xfrm rot="16200000">
            <a:off x="5808964" y="2362769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等腰三角形 111">
            <a:extLst>
              <a:ext uri="{FF2B5EF4-FFF2-40B4-BE49-F238E27FC236}">
                <a16:creationId xmlns:a16="http://schemas.microsoft.com/office/drawing/2014/main" id="{03C3F1AB-3A64-BED4-C238-61D82BF902C3}"/>
              </a:ext>
            </a:extLst>
          </p:cNvPr>
          <p:cNvSpPr/>
          <p:nvPr/>
        </p:nvSpPr>
        <p:spPr>
          <a:xfrm rot="13553454">
            <a:off x="3292755" y="3220551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1271127-CD44-7E4B-2A4C-E1FC30550BE7}"/>
              </a:ext>
            </a:extLst>
          </p:cNvPr>
          <p:cNvSpPr/>
          <p:nvPr/>
        </p:nvSpPr>
        <p:spPr>
          <a:xfrm rot="13437436">
            <a:off x="3174195" y="3311197"/>
            <a:ext cx="367862" cy="81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等腰三角形 114">
            <a:extLst>
              <a:ext uri="{FF2B5EF4-FFF2-40B4-BE49-F238E27FC236}">
                <a16:creationId xmlns:a16="http://schemas.microsoft.com/office/drawing/2014/main" id="{501A7653-2359-23CA-3866-E9692734C79C}"/>
              </a:ext>
            </a:extLst>
          </p:cNvPr>
          <p:cNvSpPr/>
          <p:nvPr/>
        </p:nvSpPr>
        <p:spPr>
          <a:xfrm rot="14715575">
            <a:off x="3432130" y="3358247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C6E0D1C-BA4D-4254-623F-97D0196C3BD1}"/>
              </a:ext>
            </a:extLst>
          </p:cNvPr>
          <p:cNvSpPr/>
          <p:nvPr/>
        </p:nvSpPr>
        <p:spPr>
          <a:xfrm rot="14747269">
            <a:off x="3322762" y="3453472"/>
            <a:ext cx="367862" cy="81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等腰三角形 116">
            <a:extLst>
              <a:ext uri="{FF2B5EF4-FFF2-40B4-BE49-F238E27FC236}">
                <a16:creationId xmlns:a16="http://schemas.microsoft.com/office/drawing/2014/main" id="{FEEFC647-FFAD-25FC-3421-C71CF1328CFE}"/>
              </a:ext>
            </a:extLst>
          </p:cNvPr>
          <p:cNvSpPr/>
          <p:nvPr/>
        </p:nvSpPr>
        <p:spPr>
          <a:xfrm rot="18703249">
            <a:off x="4500522" y="1519970"/>
            <a:ext cx="237743" cy="20495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BD3FB69-A963-582E-DDCE-928FAF43B042}"/>
              </a:ext>
            </a:extLst>
          </p:cNvPr>
          <p:cNvSpPr/>
          <p:nvPr/>
        </p:nvSpPr>
        <p:spPr>
          <a:xfrm rot="18599435">
            <a:off x="4398732" y="1541904"/>
            <a:ext cx="367862" cy="81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85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C84F-1026-4FA1-9739-968F6AAD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87284EC-6E3E-36A9-A7B3-FBF89CC0531E}"/>
              </a:ext>
            </a:extLst>
          </p:cNvPr>
          <p:cNvSpPr/>
          <p:nvPr/>
        </p:nvSpPr>
        <p:spPr>
          <a:xfrm>
            <a:off x="4942489" y="3063766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C6F6CDE-1BC8-B88D-5457-3B9713487CB5}"/>
              </a:ext>
            </a:extLst>
          </p:cNvPr>
          <p:cNvSpPr/>
          <p:nvPr/>
        </p:nvSpPr>
        <p:spPr>
          <a:xfrm>
            <a:off x="3510452" y="1773620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4230F65-1D5E-65A5-AA88-28062052FEC7}"/>
              </a:ext>
            </a:extLst>
          </p:cNvPr>
          <p:cNvSpPr/>
          <p:nvPr/>
        </p:nvSpPr>
        <p:spPr>
          <a:xfrm>
            <a:off x="3510452" y="3063766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11143FE-C783-49D0-BD6E-B4D3B46E2C37}"/>
              </a:ext>
            </a:extLst>
          </p:cNvPr>
          <p:cNvSpPr/>
          <p:nvPr/>
        </p:nvSpPr>
        <p:spPr>
          <a:xfrm>
            <a:off x="4942489" y="4353912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32D3D3B-8945-B128-1E42-1131A5798209}"/>
              </a:ext>
            </a:extLst>
          </p:cNvPr>
          <p:cNvSpPr/>
          <p:nvPr/>
        </p:nvSpPr>
        <p:spPr>
          <a:xfrm>
            <a:off x="4942489" y="5617783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B81482C-C238-52BE-01BE-8D3E0CCC1EC8}"/>
              </a:ext>
            </a:extLst>
          </p:cNvPr>
          <p:cNvSpPr/>
          <p:nvPr/>
        </p:nvSpPr>
        <p:spPr>
          <a:xfrm>
            <a:off x="3510452" y="4353912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E88894F-DFE4-778D-0943-3AB3C2F82107}"/>
              </a:ext>
            </a:extLst>
          </p:cNvPr>
          <p:cNvSpPr/>
          <p:nvPr/>
        </p:nvSpPr>
        <p:spPr>
          <a:xfrm>
            <a:off x="6374527" y="4353912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EF85A78-94AF-7EC0-C603-3998DB8DE789}"/>
              </a:ext>
            </a:extLst>
          </p:cNvPr>
          <p:cNvSpPr/>
          <p:nvPr/>
        </p:nvSpPr>
        <p:spPr>
          <a:xfrm>
            <a:off x="6374527" y="3063766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A14ABC9-2695-16E6-B9C3-480EB8C2B60F}"/>
              </a:ext>
            </a:extLst>
          </p:cNvPr>
          <p:cNvSpPr/>
          <p:nvPr/>
        </p:nvSpPr>
        <p:spPr>
          <a:xfrm>
            <a:off x="6374527" y="1773620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F564710-E3FA-82A1-CBB4-DBDCF755C324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3846783" y="2451538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990D971-D40C-71FE-6397-A921D7A5552F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183114" y="3402725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0350DC9-DA7D-64D8-B14C-836FE022FDD9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5615151" y="3402725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3B7EADB-8D8F-7D84-ED46-B4C7D6A696D9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4183114" y="4692871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58452FB-BCBA-F233-E4AB-BD34DB348EFD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>
            <a:off x="5615151" y="4692871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7EC844E-580F-D951-4220-7AD4AC713777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3846783" y="3741684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EB0DED7-0299-E004-22B8-36A72A60D769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5278820" y="3741684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98184769-137E-5432-C4D3-AF61488C348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6710858" y="3741684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D5F0FEC-DE15-E997-DFD1-AC0C165C31CF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4084605" y="3642405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2DC26AD-4451-073F-B5A3-BBEB3A45845E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4084605" y="3642405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7CC7534-130A-00F4-5436-C3462527D3C1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6710858" y="2451538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36BC0BF-8B99-8CFA-E99B-602E0B3AF14C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278820" y="5031830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DABADA7F-79D0-99B0-B7E9-7E5C3A75F54F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3510452" y="2112579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C796340-9CFA-451C-49D7-362D206AA0B6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047189" y="2112579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1C37DB6D-7620-DCFB-DE1C-08230079AAF0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053801" y="5395391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30641843-5222-36BB-42D4-FB0B271D9D0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183114" y="2229224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599107BD-F4D4-2D24-7199-7A576EB9F573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5419397" y="3065080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13252BBF-954C-CC97-5504-A192AF01DB46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084605" y="4932551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4414CBFB-8FCC-9CAD-F7B3-0A14558AB77C}"/>
              </a:ext>
            </a:extLst>
          </p:cNvPr>
          <p:cNvSpPr/>
          <p:nvPr/>
        </p:nvSpPr>
        <p:spPr>
          <a:xfrm>
            <a:off x="4192133" y="320934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7F2B2C1-CD94-8C8F-E193-086DAE2DF808}"/>
              </a:ext>
            </a:extLst>
          </p:cNvPr>
          <p:cNvSpPr/>
          <p:nvPr/>
        </p:nvSpPr>
        <p:spPr>
          <a:xfrm>
            <a:off x="6251015" y="3218309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6589EE8-3D94-82AA-1706-4185BF70EC70}"/>
              </a:ext>
            </a:extLst>
          </p:cNvPr>
          <p:cNvSpPr/>
          <p:nvPr/>
        </p:nvSpPr>
        <p:spPr>
          <a:xfrm rot="16200000">
            <a:off x="3792348" y="3636630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D6BEABF7-800D-50B9-B23E-B402B53E82E2}"/>
              </a:ext>
            </a:extLst>
          </p:cNvPr>
          <p:cNvSpPr/>
          <p:nvPr/>
        </p:nvSpPr>
        <p:spPr>
          <a:xfrm rot="16200000">
            <a:off x="6651162" y="363663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50E8D4E-FA2C-41CA-A18F-4C199BE4EB72}"/>
              </a:ext>
            </a:extLst>
          </p:cNvPr>
          <p:cNvSpPr/>
          <p:nvPr/>
        </p:nvSpPr>
        <p:spPr>
          <a:xfrm>
            <a:off x="4813633" y="452253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07ECD0C-D2AD-E8C4-275F-8875A7A3E73D}"/>
              </a:ext>
            </a:extLst>
          </p:cNvPr>
          <p:cNvSpPr/>
          <p:nvPr/>
        </p:nvSpPr>
        <p:spPr>
          <a:xfrm>
            <a:off x="5615150" y="4522536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ECCC45E-C5B0-DB0B-035E-E2CF600D874B}"/>
              </a:ext>
            </a:extLst>
          </p:cNvPr>
          <p:cNvSpPr/>
          <p:nvPr/>
        </p:nvSpPr>
        <p:spPr>
          <a:xfrm rot="1213294">
            <a:off x="4101405" y="348453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97B45CE-06F6-9E75-BADD-F800F68FCD6C}"/>
              </a:ext>
            </a:extLst>
          </p:cNvPr>
          <p:cNvSpPr/>
          <p:nvPr/>
        </p:nvSpPr>
        <p:spPr>
          <a:xfrm rot="9675102">
            <a:off x="6358554" y="349563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06FBA056-49DF-2FBE-5B88-1AA99FB1DC8D}"/>
              </a:ext>
            </a:extLst>
          </p:cNvPr>
          <p:cNvSpPr/>
          <p:nvPr/>
        </p:nvSpPr>
        <p:spPr>
          <a:xfrm rot="16200000">
            <a:off x="5219054" y="4121059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936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0923-5AC9-C7D5-8C04-3BE33F3B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C8BFBA4-F850-45EB-B6C1-6EBB9456BC56}"/>
              </a:ext>
            </a:extLst>
          </p:cNvPr>
          <p:cNvSpPr/>
          <p:nvPr/>
        </p:nvSpPr>
        <p:spPr>
          <a:xfrm>
            <a:off x="5609896" y="2469931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523C3E7-8C99-B0CF-6153-D5EFD48F22C5}"/>
              </a:ext>
            </a:extLst>
          </p:cNvPr>
          <p:cNvSpPr/>
          <p:nvPr/>
        </p:nvSpPr>
        <p:spPr>
          <a:xfrm>
            <a:off x="4177859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A1D1062-CBF5-FABA-7785-9FD879655956}"/>
              </a:ext>
            </a:extLst>
          </p:cNvPr>
          <p:cNvSpPr/>
          <p:nvPr/>
        </p:nvSpPr>
        <p:spPr>
          <a:xfrm>
            <a:off x="4177859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8C0D882-6ED3-7EA1-9462-EF648E618763}"/>
              </a:ext>
            </a:extLst>
          </p:cNvPr>
          <p:cNvSpPr/>
          <p:nvPr/>
        </p:nvSpPr>
        <p:spPr>
          <a:xfrm>
            <a:off x="5609896" y="376007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7BE2DAA-6E6C-7830-6C4D-41FED0511F48}"/>
              </a:ext>
            </a:extLst>
          </p:cNvPr>
          <p:cNvSpPr/>
          <p:nvPr/>
        </p:nvSpPr>
        <p:spPr>
          <a:xfrm>
            <a:off x="5609896" y="5023948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84441FE-6ED2-B4F4-3DBB-F25FE0E46EF6}"/>
              </a:ext>
            </a:extLst>
          </p:cNvPr>
          <p:cNvSpPr/>
          <p:nvPr/>
        </p:nvSpPr>
        <p:spPr>
          <a:xfrm>
            <a:off x="4177859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95BA118-CEE8-44B0-1BBD-E0EBF413A3F3}"/>
              </a:ext>
            </a:extLst>
          </p:cNvPr>
          <p:cNvSpPr/>
          <p:nvPr/>
        </p:nvSpPr>
        <p:spPr>
          <a:xfrm>
            <a:off x="7041934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82A9AB4-DD77-76CA-8EB7-21613B7173F5}"/>
              </a:ext>
            </a:extLst>
          </p:cNvPr>
          <p:cNvSpPr/>
          <p:nvPr/>
        </p:nvSpPr>
        <p:spPr>
          <a:xfrm>
            <a:off x="7041934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4CD9FD8-D1F1-59CB-B57B-415EFAD4CCD9}"/>
              </a:ext>
            </a:extLst>
          </p:cNvPr>
          <p:cNvSpPr/>
          <p:nvPr/>
        </p:nvSpPr>
        <p:spPr>
          <a:xfrm>
            <a:off x="7041934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AB5A4B6-5DE3-D419-46F2-DB8B392309E7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4514190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0FDDEEB-1D4B-F36F-158F-F12E00D82F97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850521" y="2808890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AE302AC-414D-2976-1940-33F3696151DC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7378265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DD3683B-277B-91E3-1B37-724D8C8A066F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946227" y="4437995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B0FBE83-51F2-7BCA-4AD5-2BB0701723F2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4177859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F151F3B5-8735-0A65-F9EE-71451E46C3B1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714596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16CA8286-2861-B42B-195B-4B5CED0214B5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721208" y="4801556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4EFF700-53F3-A79D-A391-69104B1BD048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50521" y="1635389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656ACC1-8FCC-871D-DE2E-45836B870FEC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6086804" y="2471245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0D63CFE-B3EE-6960-8FFA-31CE5521D16F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752012" y="4338716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2233857-7406-0A7B-39B4-B9E2753CC649}"/>
              </a:ext>
            </a:extLst>
          </p:cNvPr>
          <p:cNvCxnSpPr>
            <a:cxnSpLocks/>
          </p:cNvCxnSpPr>
          <p:nvPr/>
        </p:nvCxnSpPr>
        <p:spPr>
          <a:xfrm>
            <a:off x="1619529" y="2571375"/>
            <a:ext cx="725217" cy="0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C7C6C6D-FB9C-D659-A471-561F42A43E84}"/>
              </a:ext>
            </a:extLst>
          </p:cNvPr>
          <p:cNvCxnSpPr>
            <a:cxnSpLocks/>
          </p:cNvCxnSpPr>
          <p:nvPr/>
        </p:nvCxnSpPr>
        <p:spPr>
          <a:xfrm>
            <a:off x="1619529" y="2908169"/>
            <a:ext cx="725217" cy="0"/>
          </a:xfrm>
          <a:prstGeom prst="line">
            <a:avLst/>
          </a:prstGeom>
          <a:ln w="38100">
            <a:solidFill>
              <a:schemeClr val="accent1"/>
            </a:solidFill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DC2EC31-7A2A-1CBC-79F3-D6460547F336}"/>
              </a:ext>
            </a:extLst>
          </p:cNvPr>
          <p:cNvCxnSpPr>
            <a:cxnSpLocks/>
          </p:cNvCxnSpPr>
          <p:nvPr/>
        </p:nvCxnSpPr>
        <p:spPr>
          <a:xfrm>
            <a:off x="1619529" y="3350066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F6E7CD63-7A08-19C5-DE14-A76B49221B41}"/>
              </a:ext>
            </a:extLst>
          </p:cNvPr>
          <p:cNvSpPr/>
          <p:nvPr/>
        </p:nvSpPr>
        <p:spPr>
          <a:xfrm>
            <a:off x="2213222" y="3533052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4747624-CB2E-1628-F52B-ED36755C841B}"/>
              </a:ext>
            </a:extLst>
          </p:cNvPr>
          <p:cNvCxnSpPr>
            <a:cxnSpLocks/>
          </p:cNvCxnSpPr>
          <p:nvPr/>
        </p:nvCxnSpPr>
        <p:spPr>
          <a:xfrm>
            <a:off x="1586920" y="4131570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8ED7040-F320-19A4-6D51-FCFE2CB4539A}"/>
              </a:ext>
            </a:extLst>
          </p:cNvPr>
          <p:cNvSpPr txBox="1"/>
          <p:nvPr/>
        </p:nvSpPr>
        <p:spPr>
          <a:xfrm>
            <a:off x="2378904" y="239993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生产产物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40F427A-207D-3EF2-D370-41D94A86BBF2}"/>
              </a:ext>
            </a:extLst>
          </p:cNvPr>
          <p:cNvSpPr txBox="1"/>
          <p:nvPr/>
        </p:nvSpPr>
        <p:spPr>
          <a:xfrm>
            <a:off x="2344746" y="275706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生产信号分子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E1FA115-2A3F-E522-A288-6CCDDE0F6DFC}"/>
              </a:ext>
            </a:extLst>
          </p:cNvPr>
          <p:cNvSpPr txBox="1"/>
          <p:nvPr/>
        </p:nvSpPr>
        <p:spPr>
          <a:xfrm>
            <a:off x="2378817" y="318184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促进生产产物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954AEE5-7011-6583-4247-68C9F158F9C0}"/>
              </a:ext>
            </a:extLst>
          </p:cNvPr>
          <p:cNvSpPr txBox="1"/>
          <p:nvPr/>
        </p:nvSpPr>
        <p:spPr>
          <a:xfrm>
            <a:off x="2378904" y="396229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促进生长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F9BBADB-AB4A-0978-68E0-6CA0095AFF0B}"/>
              </a:ext>
            </a:extLst>
          </p:cNvPr>
          <p:cNvCxnSpPr>
            <a:cxnSpLocks/>
          </p:cNvCxnSpPr>
          <p:nvPr/>
        </p:nvCxnSpPr>
        <p:spPr>
          <a:xfrm>
            <a:off x="1569840" y="4481147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DEEC0BFD-9FFD-EF96-530B-4C211AC7E372}"/>
              </a:ext>
            </a:extLst>
          </p:cNvPr>
          <p:cNvSpPr/>
          <p:nvPr/>
        </p:nvSpPr>
        <p:spPr>
          <a:xfrm>
            <a:off x="2218400" y="430610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072A687-94B6-FA1A-9061-F10D385AC136}"/>
              </a:ext>
            </a:extLst>
          </p:cNvPr>
          <p:cNvSpPr txBox="1"/>
          <p:nvPr/>
        </p:nvSpPr>
        <p:spPr>
          <a:xfrm>
            <a:off x="2389060" y="430084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抑制生长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F446018-8F1B-4F03-3BE1-7B3105BA5428}"/>
              </a:ext>
            </a:extLst>
          </p:cNvPr>
          <p:cNvCxnSpPr>
            <a:cxnSpLocks/>
          </p:cNvCxnSpPr>
          <p:nvPr/>
        </p:nvCxnSpPr>
        <p:spPr>
          <a:xfrm>
            <a:off x="1609957" y="3703384"/>
            <a:ext cx="759375" cy="0"/>
          </a:xfrm>
          <a:prstGeom prst="line">
            <a:avLst/>
          </a:prstGeom>
          <a:ln w="38100"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6B61DB9-AEAA-C24C-8157-5AE3FE26AFE1}"/>
              </a:ext>
            </a:extLst>
          </p:cNvPr>
          <p:cNvSpPr txBox="1"/>
          <p:nvPr/>
        </p:nvSpPr>
        <p:spPr>
          <a:xfrm>
            <a:off x="2367955" y="3526028"/>
            <a:ext cx="1415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抑制生产产物</a:t>
            </a:r>
          </a:p>
        </p:txBody>
      </p:sp>
    </p:spTree>
    <p:extLst>
      <p:ext uri="{BB962C8B-B14F-4D97-AF65-F5344CB8AC3E}">
        <p14:creationId xmlns:p14="http://schemas.microsoft.com/office/powerpoint/2010/main" val="24152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78C8-1AA3-0199-1685-973973E1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30A7858-393B-A6A8-CADC-6431B684D249}"/>
              </a:ext>
            </a:extLst>
          </p:cNvPr>
          <p:cNvSpPr/>
          <p:nvPr/>
        </p:nvSpPr>
        <p:spPr>
          <a:xfrm>
            <a:off x="5609896" y="2469931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C35A2E2-558D-4539-4B40-A928A6926F37}"/>
              </a:ext>
            </a:extLst>
          </p:cNvPr>
          <p:cNvSpPr/>
          <p:nvPr/>
        </p:nvSpPr>
        <p:spPr>
          <a:xfrm>
            <a:off x="4177859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E3632D-921A-127E-BFE1-DB7F391AEA62}"/>
              </a:ext>
            </a:extLst>
          </p:cNvPr>
          <p:cNvSpPr/>
          <p:nvPr/>
        </p:nvSpPr>
        <p:spPr>
          <a:xfrm>
            <a:off x="4177859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37934E-9C6C-B4CD-3D0F-F79866D708D0}"/>
              </a:ext>
            </a:extLst>
          </p:cNvPr>
          <p:cNvSpPr/>
          <p:nvPr/>
        </p:nvSpPr>
        <p:spPr>
          <a:xfrm>
            <a:off x="5609896" y="376007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677D336-0E48-1781-998D-A980DD74E959}"/>
              </a:ext>
            </a:extLst>
          </p:cNvPr>
          <p:cNvSpPr/>
          <p:nvPr/>
        </p:nvSpPr>
        <p:spPr>
          <a:xfrm>
            <a:off x="5609896" y="5023948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C509218-A95E-7D67-6925-CAFEBB027FB7}"/>
              </a:ext>
            </a:extLst>
          </p:cNvPr>
          <p:cNvSpPr/>
          <p:nvPr/>
        </p:nvSpPr>
        <p:spPr>
          <a:xfrm>
            <a:off x="4177859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C6FC233-383E-5BC3-7F56-19514EFE06D2}"/>
              </a:ext>
            </a:extLst>
          </p:cNvPr>
          <p:cNvSpPr/>
          <p:nvPr/>
        </p:nvSpPr>
        <p:spPr>
          <a:xfrm>
            <a:off x="7041934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04D19FD-ADA7-0760-57DF-B6E0536DF610}"/>
              </a:ext>
            </a:extLst>
          </p:cNvPr>
          <p:cNvSpPr/>
          <p:nvPr/>
        </p:nvSpPr>
        <p:spPr>
          <a:xfrm>
            <a:off x="7041934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5C4CA83-5241-63E8-BFE5-B5453239097E}"/>
              </a:ext>
            </a:extLst>
          </p:cNvPr>
          <p:cNvSpPr/>
          <p:nvPr/>
        </p:nvSpPr>
        <p:spPr>
          <a:xfrm>
            <a:off x="7041934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E9879E-2EDC-FA02-D638-B53981616B83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4514190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D6C11B3-8AAD-F5B0-F166-E918AA354026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850521" y="2808890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8F23D17-A086-05E5-D8D7-98AE9AF969A0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6282558" y="2808890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AB5EEB-2637-F186-424D-4F0DBFCC9E19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4850521" y="4099036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5C9659-599C-CBCE-5343-18EC02406D04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>
            <a:off x="6282558" y="4099036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79CEC55-A16B-5893-AE09-E352469B0D26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7378265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3DE964E-9216-5EAB-4074-89C6F172B80F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946227" y="4437995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4C3A9D48-DCFE-2CC7-DBAE-F28954C2E3F7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4177859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F023B50C-FCA8-854A-FE82-032D5C50B4C7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714596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CD26CAEF-44FF-5C41-2447-FCBF9F0602F5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721208" y="4801556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820BED8-14C8-802A-BC21-7ECBAE708DF8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50521" y="1635389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F93DDA66-096B-427D-8935-0D9968FDFA91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6086804" y="2471245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DA227BE-66FC-59CA-D750-1CA96CB6F4C1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752012" y="4338716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C452AEF-B714-8493-0290-3F11CB608C0C}"/>
              </a:ext>
            </a:extLst>
          </p:cNvPr>
          <p:cNvSpPr/>
          <p:nvPr/>
        </p:nvSpPr>
        <p:spPr>
          <a:xfrm>
            <a:off x="4965371" y="26274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61459D7-8A93-F122-846D-5D4183BB4B8A}"/>
              </a:ext>
            </a:extLst>
          </p:cNvPr>
          <p:cNvSpPr/>
          <p:nvPr/>
        </p:nvSpPr>
        <p:spPr>
          <a:xfrm>
            <a:off x="6823830" y="263498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BFD91B3-AB37-D8C4-B7DF-356F861EBEB5}"/>
              </a:ext>
            </a:extLst>
          </p:cNvPr>
          <p:cNvSpPr/>
          <p:nvPr/>
        </p:nvSpPr>
        <p:spPr>
          <a:xfrm>
            <a:off x="5391705" y="3928703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7EFA0D-0AF5-F1F9-1E0D-B6B484269F34}"/>
              </a:ext>
            </a:extLst>
          </p:cNvPr>
          <p:cNvSpPr/>
          <p:nvPr/>
        </p:nvSpPr>
        <p:spPr>
          <a:xfrm>
            <a:off x="6380962" y="392870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916840-FF73-2479-BA2C-B516A190652B}"/>
              </a:ext>
            </a:extLst>
          </p:cNvPr>
          <p:cNvSpPr/>
          <p:nvPr/>
        </p:nvSpPr>
        <p:spPr>
          <a:xfrm rot="9675102">
            <a:off x="6940304" y="293041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B1C80B3-FADD-F65F-841A-293EF46791B3}"/>
              </a:ext>
            </a:extLst>
          </p:cNvPr>
          <p:cNvSpPr/>
          <p:nvPr/>
        </p:nvSpPr>
        <p:spPr>
          <a:xfrm>
            <a:off x="4062657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C29A7FD-9AC0-5471-1C93-906313EA2F1C}"/>
              </a:ext>
            </a:extLst>
          </p:cNvPr>
          <p:cNvSpPr/>
          <p:nvPr/>
        </p:nvSpPr>
        <p:spPr>
          <a:xfrm>
            <a:off x="7720946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77F42B0-A96E-E198-C79B-959AED92BA9E}"/>
              </a:ext>
            </a:extLst>
          </p:cNvPr>
          <p:cNvSpPr/>
          <p:nvPr/>
        </p:nvSpPr>
        <p:spPr>
          <a:xfrm>
            <a:off x="6282558" y="5192574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EEB8D59-C254-F987-7188-64099A27CDCB}"/>
              </a:ext>
            </a:extLst>
          </p:cNvPr>
          <p:cNvCxnSpPr>
            <a:cxnSpLocks/>
          </p:cNvCxnSpPr>
          <p:nvPr/>
        </p:nvCxnSpPr>
        <p:spPr>
          <a:xfrm>
            <a:off x="332939" y="575234"/>
            <a:ext cx="725217" cy="0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40E63ED-B015-8BB7-E96D-07A20220AD41}"/>
              </a:ext>
            </a:extLst>
          </p:cNvPr>
          <p:cNvCxnSpPr>
            <a:cxnSpLocks/>
          </p:cNvCxnSpPr>
          <p:nvPr/>
        </p:nvCxnSpPr>
        <p:spPr>
          <a:xfrm>
            <a:off x="332939" y="912028"/>
            <a:ext cx="725217" cy="0"/>
          </a:xfrm>
          <a:prstGeom prst="line">
            <a:avLst/>
          </a:prstGeom>
          <a:ln w="38100">
            <a:solidFill>
              <a:schemeClr val="accent1"/>
            </a:solidFill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1D1B5D3-B1F7-22A5-1F4A-4C0E86EC73B9}"/>
              </a:ext>
            </a:extLst>
          </p:cNvPr>
          <p:cNvCxnSpPr>
            <a:cxnSpLocks/>
          </p:cNvCxnSpPr>
          <p:nvPr/>
        </p:nvCxnSpPr>
        <p:spPr>
          <a:xfrm>
            <a:off x="332939" y="1353925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28413676-59BB-3491-95B2-EB6789491358}"/>
              </a:ext>
            </a:extLst>
          </p:cNvPr>
          <p:cNvSpPr/>
          <p:nvPr/>
        </p:nvSpPr>
        <p:spPr>
          <a:xfrm>
            <a:off x="874210" y="1186135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F7B9343-96C4-D803-CC3A-12828A860B15}"/>
              </a:ext>
            </a:extLst>
          </p:cNvPr>
          <p:cNvCxnSpPr>
            <a:cxnSpLocks/>
          </p:cNvCxnSpPr>
          <p:nvPr/>
        </p:nvCxnSpPr>
        <p:spPr>
          <a:xfrm>
            <a:off x="332939" y="1752321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E97AC987-4843-6BD5-4030-4E1BC9901081}"/>
              </a:ext>
            </a:extLst>
          </p:cNvPr>
          <p:cNvSpPr txBox="1"/>
          <p:nvPr/>
        </p:nvSpPr>
        <p:spPr>
          <a:xfrm>
            <a:off x="1092314" y="4037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生产产物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1CB5FDD-6F20-DB37-E1F3-4B7942AD5057}"/>
              </a:ext>
            </a:extLst>
          </p:cNvPr>
          <p:cNvSpPr txBox="1"/>
          <p:nvPr/>
        </p:nvSpPr>
        <p:spPr>
          <a:xfrm>
            <a:off x="1058156" y="76092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生产信号分子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044CECD-FA05-86B7-B9C2-C0AF649FF8BD}"/>
              </a:ext>
            </a:extLst>
          </p:cNvPr>
          <p:cNvSpPr txBox="1"/>
          <p:nvPr/>
        </p:nvSpPr>
        <p:spPr>
          <a:xfrm>
            <a:off x="1092227" y="1185702"/>
            <a:ext cx="2061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促进或抑制生产产物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0436E2D-F168-373B-28C2-688B27BE898C}"/>
              </a:ext>
            </a:extLst>
          </p:cNvPr>
          <p:cNvSpPr txBox="1"/>
          <p:nvPr/>
        </p:nvSpPr>
        <p:spPr>
          <a:xfrm>
            <a:off x="1124923" y="158304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促进生长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21AFC6F-288F-A9D8-91BE-DBB247393109}"/>
              </a:ext>
            </a:extLst>
          </p:cNvPr>
          <p:cNvCxnSpPr>
            <a:cxnSpLocks/>
          </p:cNvCxnSpPr>
          <p:nvPr/>
        </p:nvCxnSpPr>
        <p:spPr>
          <a:xfrm>
            <a:off x="315859" y="2101898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DFBB72DC-D25E-5C37-77B8-D7193858027B}"/>
              </a:ext>
            </a:extLst>
          </p:cNvPr>
          <p:cNvSpPr/>
          <p:nvPr/>
        </p:nvSpPr>
        <p:spPr>
          <a:xfrm>
            <a:off x="964419" y="1926853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7FA41AF-7CA6-B26C-71B4-CFCA9C587660}"/>
              </a:ext>
            </a:extLst>
          </p:cNvPr>
          <p:cNvSpPr txBox="1"/>
          <p:nvPr/>
        </p:nvSpPr>
        <p:spPr>
          <a:xfrm>
            <a:off x="1135079" y="1921598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抑制生长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217EC4A-1BB2-0EAF-2859-4A99F7B59AB4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4514190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D6F2BDE3-2D10-6D9E-638D-BF01027DF896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E4C81E9-BF5A-A337-DB58-8062A6B51337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A8D78CC-B419-3B01-6990-CF0AFBA2B8D2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7378265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F8E878E4-E6AF-C8F2-AC6B-CC849DBFF41F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5946227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DF2D0CE2-27D3-B629-21CF-46E8B99FCD74}"/>
              </a:ext>
            </a:extLst>
          </p:cNvPr>
          <p:cNvSpPr/>
          <p:nvPr/>
        </p:nvSpPr>
        <p:spPr>
          <a:xfrm rot="16200000">
            <a:off x="4456590" y="3139380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FA03B57-343B-9940-D106-A7A89A881A0E}"/>
              </a:ext>
            </a:extLst>
          </p:cNvPr>
          <p:cNvSpPr/>
          <p:nvPr/>
        </p:nvSpPr>
        <p:spPr>
          <a:xfrm rot="16200000">
            <a:off x="7319916" y="313504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8A9523A-F084-5BC7-C764-6F62577D7BF2}"/>
              </a:ext>
            </a:extLst>
          </p:cNvPr>
          <p:cNvSpPr/>
          <p:nvPr/>
        </p:nvSpPr>
        <p:spPr>
          <a:xfrm rot="16200000">
            <a:off x="5888235" y="34242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58C624E-CE83-3738-B550-93D50EB3808B}"/>
              </a:ext>
            </a:extLst>
          </p:cNvPr>
          <p:cNvSpPr/>
          <p:nvPr/>
        </p:nvSpPr>
        <p:spPr>
          <a:xfrm rot="11906203">
            <a:off x="4861574" y="294989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60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4645-E383-03B9-E167-1A8011C9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6BF84300-0276-00D7-BFB8-0528E99AB3B3}"/>
              </a:ext>
            </a:extLst>
          </p:cNvPr>
          <p:cNvSpPr/>
          <p:nvPr/>
        </p:nvSpPr>
        <p:spPr>
          <a:xfrm>
            <a:off x="5609896" y="2469931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AE09C20-C7A4-BC0E-BF9A-CF7054D8778D}"/>
              </a:ext>
            </a:extLst>
          </p:cNvPr>
          <p:cNvSpPr/>
          <p:nvPr/>
        </p:nvSpPr>
        <p:spPr>
          <a:xfrm>
            <a:off x="4177859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BEF0A10-A162-9896-6B74-7FB3B58094A9}"/>
              </a:ext>
            </a:extLst>
          </p:cNvPr>
          <p:cNvSpPr/>
          <p:nvPr/>
        </p:nvSpPr>
        <p:spPr>
          <a:xfrm>
            <a:off x="4177859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44D8E85-0781-5B35-CFCF-A8B3496160D2}"/>
              </a:ext>
            </a:extLst>
          </p:cNvPr>
          <p:cNvSpPr/>
          <p:nvPr/>
        </p:nvSpPr>
        <p:spPr>
          <a:xfrm>
            <a:off x="5609896" y="376007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803134D-D806-1CB2-CD6C-B42D991ADD84}"/>
              </a:ext>
            </a:extLst>
          </p:cNvPr>
          <p:cNvSpPr/>
          <p:nvPr/>
        </p:nvSpPr>
        <p:spPr>
          <a:xfrm>
            <a:off x="5609896" y="5023948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BFDA395-6342-23D0-B8A1-5C455D627EDD}"/>
              </a:ext>
            </a:extLst>
          </p:cNvPr>
          <p:cNvSpPr/>
          <p:nvPr/>
        </p:nvSpPr>
        <p:spPr>
          <a:xfrm>
            <a:off x="4177859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291FD90-0A82-D5CD-5431-15E23F4A4AAE}"/>
              </a:ext>
            </a:extLst>
          </p:cNvPr>
          <p:cNvSpPr/>
          <p:nvPr/>
        </p:nvSpPr>
        <p:spPr>
          <a:xfrm>
            <a:off x="7041934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C994646-5203-7EB2-5FCA-D8CC9E9894F6}"/>
              </a:ext>
            </a:extLst>
          </p:cNvPr>
          <p:cNvSpPr/>
          <p:nvPr/>
        </p:nvSpPr>
        <p:spPr>
          <a:xfrm>
            <a:off x="7041934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4ACA508-6150-1B37-ABDD-53212BDD36DF}"/>
              </a:ext>
            </a:extLst>
          </p:cNvPr>
          <p:cNvSpPr/>
          <p:nvPr/>
        </p:nvSpPr>
        <p:spPr>
          <a:xfrm>
            <a:off x="7041934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A8560F0-39BE-CE43-029D-BC174F27B91E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4514190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090E4B7-49AF-CB1D-0031-E4649DCDA627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7378265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5F2C365-D8B7-F036-2083-65C060C972C8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946227" y="4437995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4978750D-FBCF-6855-4578-D916D7B7CDD6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4177859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4E72C386-FFB8-29AF-C3DF-4CE1D7BA8AE1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714596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48ECA29A-C50D-8865-042D-CA64BE905DBC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721208" y="4801556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2644867-98A8-E531-5E61-0984E4863326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50521" y="1635389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DBEF91AA-C9CD-F319-B6DD-CDCDC873B911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6086804" y="2471245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546716D-04BE-E3BE-B724-7750563DB421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752012" y="4338716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43BDD09-2EF2-5402-E27A-34DCB849DF96}"/>
              </a:ext>
            </a:extLst>
          </p:cNvPr>
          <p:cNvCxnSpPr>
            <a:cxnSpLocks/>
          </p:cNvCxnSpPr>
          <p:nvPr/>
        </p:nvCxnSpPr>
        <p:spPr>
          <a:xfrm>
            <a:off x="332939" y="575234"/>
            <a:ext cx="725217" cy="0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D614F62-278B-AAF8-C140-01935FE6BDA5}"/>
              </a:ext>
            </a:extLst>
          </p:cNvPr>
          <p:cNvCxnSpPr>
            <a:cxnSpLocks/>
          </p:cNvCxnSpPr>
          <p:nvPr/>
        </p:nvCxnSpPr>
        <p:spPr>
          <a:xfrm>
            <a:off x="332939" y="912028"/>
            <a:ext cx="725217" cy="0"/>
          </a:xfrm>
          <a:prstGeom prst="line">
            <a:avLst/>
          </a:prstGeom>
          <a:ln w="38100">
            <a:solidFill>
              <a:schemeClr val="accent1"/>
            </a:solidFill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BD18951-5898-CB0A-14C8-7834003345EE}"/>
              </a:ext>
            </a:extLst>
          </p:cNvPr>
          <p:cNvCxnSpPr>
            <a:cxnSpLocks/>
          </p:cNvCxnSpPr>
          <p:nvPr/>
        </p:nvCxnSpPr>
        <p:spPr>
          <a:xfrm>
            <a:off x="332939" y="1353925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8E3883DA-266F-36B8-0C06-BE4FA70F1B31}"/>
              </a:ext>
            </a:extLst>
          </p:cNvPr>
          <p:cNvSpPr/>
          <p:nvPr/>
        </p:nvSpPr>
        <p:spPr>
          <a:xfrm>
            <a:off x="874210" y="1186135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61EA5DD-7273-CFD2-2159-8F2F04ADAD42}"/>
              </a:ext>
            </a:extLst>
          </p:cNvPr>
          <p:cNvCxnSpPr>
            <a:cxnSpLocks/>
          </p:cNvCxnSpPr>
          <p:nvPr/>
        </p:nvCxnSpPr>
        <p:spPr>
          <a:xfrm>
            <a:off x="332939" y="1752321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5C6E4712-7300-63AC-4B88-18B52368D162}"/>
              </a:ext>
            </a:extLst>
          </p:cNvPr>
          <p:cNvSpPr txBox="1"/>
          <p:nvPr/>
        </p:nvSpPr>
        <p:spPr>
          <a:xfrm>
            <a:off x="1092314" y="4037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生产产物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E5C9272-FCD0-4B6B-493E-9C29C80E6D37}"/>
              </a:ext>
            </a:extLst>
          </p:cNvPr>
          <p:cNvSpPr txBox="1"/>
          <p:nvPr/>
        </p:nvSpPr>
        <p:spPr>
          <a:xfrm>
            <a:off x="1058156" y="76092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生产信号分子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D5646DD-1A87-697E-98C4-2D9593DF834F}"/>
              </a:ext>
            </a:extLst>
          </p:cNvPr>
          <p:cNvSpPr txBox="1"/>
          <p:nvPr/>
        </p:nvSpPr>
        <p:spPr>
          <a:xfrm>
            <a:off x="1092227" y="1185702"/>
            <a:ext cx="2061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促进或抑制生产产物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66D34D6-A1E5-EE57-9FF1-50A3EE33EF34}"/>
              </a:ext>
            </a:extLst>
          </p:cNvPr>
          <p:cNvSpPr txBox="1"/>
          <p:nvPr/>
        </p:nvSpPr>
        <p:spPr>
          <a:xfrm>
            <a:off x="1124923" y="158304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促进生长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870B458C-9D94-1F2B-26B1-6D08A245D0D3}"/>
              </a:ext>
            </a:extLst>
          </p:cNvPr>
          <p:cNvCxnSpPr>
            <a:cxnSpLocks/>
          </p:cNvCxnSpPr>
          <p:nvPr/>
        </p:nvCxnSpPr>
        <p:spPr>
          <a:xfrm>
            <a:off x="315859" y="2101898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8A39A939-4018-8B91-AA9D-C7867F029781}"/>
              </a:ext>
            </a:extLst>
          </p:cNvPr>
          <p:cNvSpPr/>
          <p:nvPr/>
        </p:nvSpPr>
        <p:spPr>
          <a:xfrm>
            <a:off x="964419" y="1926853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E496E53-6F10-F639-255B-BCBB6C09734A}"/>
              </a:ext>
            </a:extLst>
          </p:cNvPr>
          <p:cNvSpPr txBox="1"/>
          <p:nvPr/>
        </p:nvSpPr>
        <p:spPr>
          <a:xfrm>
            <a:off x="1135079" y="1921598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抑制生长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0A96D95-CA23-05B9-DE28-08F56585044A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7378265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83C56070-427E-0EC5-D56C-90BC42F465F7}"/>
              </a:ext>
            </a:extLst>
          </p:cNvPr>
          <p:cNvSpPr/>
          <p:nvPr/>
        </p:nvSpPr>
        <p:spPr>
          <a:xfrm rot="5400000">
            <a:off x="1026610" y="1338535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A4BD09-87EF-E021-E041-7558FB6F7B0B}"/>
              </a:ext>
            </a:extLst>
          </p:cNvPr>
          <p:cNvSpPr/>
          <p:nvPr/>
        </p:nvSpPr>
        <p:spPr>
          <a:xfrm rot="5400000">
            <a:off x="1170888" y="3655020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7F51C0C7-D9B8-3278-38D8-2B62077CB496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850521" y="2808890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B06F2603-608E-2740-1059-2A2737055A65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4850521" y="4099036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3BC70EE6-209E-411B-D254-CEC82CA38AB2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6282558" y="2808890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23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CC47-EDA6-9894-C747-8D35C2CD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C013517-D3CB-3652-93D7-339409D310D4}"/>
              </a:ext>
            </a:extLst>
          </p:cNvPr>
          <p:cNvSpPr/>
          <p:nvPr/>
        </p:nvSpPr>
        <p:spPr>
          <a:xfrm>
            <a:off x="5609896" y="2469931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5F69405-90FC-6141-82EE-9CA739AE14B8}"/>
              </a:ext>
            </a:extLst>
          </p:cNvPr>
          <p:cNvSpPr/>
          <p:nvPr/>
        </p:nvSpPr>
        <p:spPr>
          <a:xfrm>
            <a:off x="4177859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835E11D-6CED-96A9-9834-58F79CAD5FB9}"/>
              </a:ext>
            </a:extLst>
          </p:cNvPr>
          <p:cNvSpPr/>
          <p:nvPr/>
        </p:nvSpPr>
        <p:spPr>
          <a:xfrm>
            <a:off x="4177859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2697202-B32D-D335-FD37-1010709F8D61}"/>
              </a:ext>
            </a:extLst>
          </p:cNvPr>
          <p:cNvSpPr/>
          <p:nvPr/>
        </p:nvSpPr>
        <p:spPr>
          <a:xfrm>
            <a:off x="5609896" y="376007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F686D81-451B-75D5-FC03-4C262B7433ED}"/>
              </a:ext>
            </a:extLst>
          </p:cNvPr>
          <p:cNvSpPr/>
          <p:nvPr/>
        </p:nvSpPr>
        <p:spPr>
          <a:xfrm>
            <a:off x="5609896" y="5023948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478B85E-D179-43DA-5F26-F81C3E866135}"/>
              </a:ext>
            </a:extLst>
          </p:cNvPr>
          <p:cNvSpPr/>
          <p:nvPr/>
        </p:nvSpPr>
        <p:spPr>
          <a:xfrm>
            <a:off x="4177859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5619E0-D01D-ECB9-659F-EF80543F7792}"/>
              </a:ext>
            </a:extLst>
          </p:cNvPr>
          <p:cNvSpPr/>
          <p:nvPr/>
        </p:nvSpPr>
        <p:spPr>
          <a:xfrm>
            <a:off x="7041934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C65AD6E-677F-F357-8176-8BF339066DBB}"/>
              </a:ext>
            </a:extLst>
          </p:cNvPr>
          <p:cNvSpPr/>
          <p:nvPr/>
        </p:nvSpPr>
        <p:spPr>
          <a:xfrm>
            <a:off x="7041934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1A3F397-9E68-537A-4EE2-26966FADBD16}"/>
              </a:ext>
            </a:extLst>
          </p:cNvPr>
          <p:cNvSpPr/>
          <p:nvPr/>
        </p:nvSpPr>
        <p:spPr>
          <a:xfrm>
            <a:off x="7041934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F92C2E3-7BDC-4373-9EE9-F3B938C74002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4514190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38C3C12-0586-ACCA-4B68-00599E81A4EA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850521" y="2808890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CA2D39-4579-6A9A-1CEB-32B391C6D9B3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6282558" y="2808890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4C421A1-169B-A8BD-1824-CCAC8BECB6AF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4850521" y="4099036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4486A89-E138-2813-EDAA-EA959EA4262F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>
            <a:off x="6282558" y="4099036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360CB3A-8163-8610-1C16-A43986CEC111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7378265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0E9F467-951A-6043-C743-46EFED7B5466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946227" y="4437995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1298EEA9-A145-71E3-09C0-A10473175E09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4177859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4C7886EA-2526-9A89-CFEE-36E5E67AB0DE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714596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304F0F39-682D-1E05-99B0-CEC8C0B2F875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721208" y="4801556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F0256A6-267F-2146-82E7-E3C70E2F0F1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50521" y="1635389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98BF28E-E3AB-3970-5BDE-65E7F551E98B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6086804" y="2471245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743945D-AA11-DFF7-67C9-6B79E2B56CE1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752012" y="4338716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948EF0D-57B5-6DE6-2956-5527F0BE60C8}"/>
              </a:ext>
            </a:extLst>
          </p:cNvPr>
          <p:cNvSpPr/>
          <p:nvPr/>
        </p:nvSpPr>
        <p:spPr>
          <a:xfrm>
            <a:off x="4965371" y="26274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D8B4DB4-F292-5CA2-4FCA-ABCF0368AF90}"/>
              </a:ext>
            </a:extLst>
          </p:cNvPr>
          <p:cNvSpPr/>
          <p:nvPr/>
        </p:nvSpPr>
        <p:spPr>
          <a:xfrm>
            <a:off x="6823830" y="263498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56D48A0-52DC-F88D-B0C4-6F5A6C060543}"/>
              </a:ext>
            </a:extLst>
          </p:cNvPr>
          <p:cNvSpPr/>
          <p:nvPr/>
        </p:nvSpPr>
        <p:spPr>
          <a:xfrm>
            <a:off x="5391705" y="3928703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D4EFAB-9BB5-7268-8BC0-24EEA4752273}"/>
              </a:ext>
            </a:extLst>
          </p:cNvPr>
          <p:cNvSpPr/>
          <p:nvPr/>
        </p:nvSpPr>
        <p:spPr>
          <a:xfrm>
            <a:off x="6380962" y="392870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22C7C0-A152-1D9B-DAA6-A2A09411114A}"/>
              </a:ext>
            </a:extLst>
          </p:cNvPr>
          <p:cNvSpPr/>
          <p:nvPr/>
        </p:nvSpPr>
        <p:spPr>
          <a:xfrm rot="9675102">
            <a:off x="6940304" y="293041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DC9B58-60AC-7EBF-9DF1-2ED1CDADC2A3}"/>
              </a:ext>
            </a:extLst>
          </p:cNvPr>
          <p:cNvSpPr/>
          <p:nvPr/>
        </p:nvSpPr>
        <p:spPr>
          <a:xfrm>
            <a:off x="4062657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DE903A2-21FD-7E5B-D26F-FB8FC026F03A}"/>
              </a:ext>
            </a:extLst>
          </p:cNvPr>
          <p:cNvSpPr/>
          <p:nvPr/>
        </p:nvSpPr>
        <p:spPr>
          <a:xfrm>
            <a:off x="7720946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C6DDDFE-69BA-F055-6647-66CFC1ABCC9F}"/>
              </a:ext>
            </a:extLst>
          </p:cNvPr>
          <p:cNvSpPr/>
          <p:nvPr/>
        </p:nvSpPr>
        <p:spPr>
          <a:xfrm>
            <a:off x="6282558" y="5192574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A089DE6-0CB9-6F4E-E22E-EC23574869C0}"/>
              </a:ext>
            </a:extLst>
          </p:cNvPr>
          <p:cNvCxnSpPr>
            <a:cxnSpLocks/>
          </p:cNvCxnSpPr>
          <p:nvPr/>
        </p:nvCxnSpPr>
        <p:spPr>
          <a:xfrm>
            <a:off x="332939" y="575234"/>
            <a:ext cx="725217" cy="0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4067BB2-B246-A2F8-6D1F-19BD39FF0663}"/>
              </a:ext>
            </a:extLst>
          </p:cNvPr>
          <p:cNvCxnSpPr>
            <a:cxnSpLocks/>
          </p:cNvCxnSpPr>
          <p:nvPr/>
        </p:nvCxnSpPr>
        <p:spPr>
          <a:xfrm>
            <a:off x="332939" y="912028"/>
            <a:ext cx="725217" cy="0"/>
          </a:xfrm>
          <a:prstGeom prst="line">
            <a:avLst/>
          </a:prstGeom>
          <a:ln w="38100">
            <a:solidFill>
              <a:schemeClr val="accent1"/>
            </a:solidFill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0A10147-E447-055F-51D7-F5F9F77C5EBD}"/>
              </a:ext>
            </a:extLst>
          </p:cNvPr>
          <p:cNvCxnSpPr>
            <a:cxnSpLocks/>
          </p:cNvCxnSpPr>
          <p:nvPr/>
        </p:nvCxnSpPr>
        <p:spPr>
          <a:xfrm>
            <a:off x="332939" y="1353925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75D519A5-D5F9-98C6-4C67-DB73EC30C043}"/>
              </a:ext>
            </a:extLst>
          </p:cNvPr>
          <p:cNvSpPr/>
          <p:nvPr/>
        </p:nvSpPr>
        <p:spPr>
          <a:xfrm>
            <a:off x="942213" y="1601059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8E5EB4B-AFAB-C1B5-C661-FB7F74C051B5}"/>
              </a:ext>
            </a:extLst>
          </p:cNvPr>
          <p:cNvCxnSpPr>
            <a:cxnSpLocks/>
          </p:cNvCxnSpPr>
          <p:nvPr/>
        </p:nvCxnSpPr>
        <p:spPr>
          <a:xfrm>
            <a:off x="332939" y="2182369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EDA5F38-73E8-1E7B-550A-4D392FE658DA}"/>
              </a:ext>
            </a:extLst>
          </p:cNvPr>
          <p:cNvSpPr txBox="1"/>
          <p:nvPr/>
        </p:nvSpPr>
        <p:spPr>
          <a:xfrm>
            <a:off x="1092314" y="4037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生产产物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D3951F0-C457-7DD5-C116-572116FDE7B0}"/>
              </a:ext>
            </a:extLst>
          </p:cNvPr>
          <p:cNvSpPr txBox="1"/>
          <p:nvPr/>
        </p:nvSpPr>
        <p:spPr>
          <a:xfrm>
            <a:off x="1058156" y="76092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生产信号分子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4CD080D-90B8-7438-1D37-2C61A90FDA99}"/>
              </a:ext>
            </a:extLst>
          </p:cNvPr>
          <p:cNvSpPr txBox="1"/>
          <p:nvPr/>
        </p:nvSpPr>
        <p:spPr>
          <a:xfrm>
            <a:off x="1092227" y="118570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促进生产产物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70D76EA-C417-F253-D379-8A76046B5881}"/>
              </a:ext>
            </a:extLst>
          </p:cNvPr>
          <p:cNvSpPr txBox="1"/>
          <p:nvPr/>
        </p:nvSpPr>
        <p:spPr>
          <a:xfrm>
            <a:off x="1124923" y="20130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促进生长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FB837C7-CBF8-F6C6-4C1B-60AB32A0188F}"/>
              </a:ext>
            </a:extLst>
          </p:cNvPr>
          <p:cNvCxnSpPr>
            <a:cxnSpLocks/>
          </p:cNvCxnSpPr>
          <p:nvPr/>
        </p:nvCxnSpPr>
        <p:spPr>
          <a:xfrm>
            <a:off x="315859" y="2531946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8E361A80-891C-AFA6-72CF-1A7E55257345}"/>
              </a:ext>
            </a:extLst>
          </p:cNvPr>
          <p:cNvSpPr/>
          <p:nvPr/>
        </p:nvSpPr>
        <p:spPr>
          <a:xfrm>
            <a:off x="964419" y="2356901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3985255-AAB8-EF5B-7004-09A2963E2F05}"/>
              </a:ext>
            </a:extLst>
          </p:cNvPr>
          <p:cNvSpPr txBox="1"/>
          <p:nvPr/>
        </p:nvSpPr>
        <p:spPr>
          <a:xfrm>
            <a:off x="1135079" y="2351646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抑制生长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9E14CC64-0B34-F03D-387D-3FC8C40A6A04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4514190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A549145-4394-5CB9-5533-02B8B43F339C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FA7AC9D-B539-D4FA-62CD-399E7CF49D9D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6232D707-B0FF-4202-BC6D-28536EA3B481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7378265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7D42BCE1-10FC-638A-66A1-08969E3FA57B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5946227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E681C801-5C0B-1367-260E-6B9B73E4865B}"/>
              </a:ext>
            </a:extLst>
          </p:cNvPr>
          <p:cNvSpPr/>
          <p:nvPr/>
        </p:nvSpPr>
        <p:spPr>
          <a:xfrm rot="16200000">
            <a:off x="4456590" y="3139380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B243DAA-2F33-9329-5018-AC90DCECB804}"/>
              </a:ext>
            </a:extLst>
          </p:cNvPr>
          <p:cNvSpPr/>
          <p:nvPr/>
        </p:nvSpPr>
        <p:spPr>
          <a:xfrm rot="16200000">
            <a:off x="7319916" y="313504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57663F5-BA9F-2FEE-8F20-50E3B23EC46A}"/>
              </a:ext>
            </a:extLst>
          </p:cNvPr>
          <p:cNvSpPr/>
          <p:nvPr/>
        </p:nvSpPr>
        <p:spPr>
          <a:xfrm rot="16200000">
            <a:off x="5888235" y="34242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372EC63-F040-5862-F71B-7E34D4796DFD}"/>
              </a:ext>
            </a:extLst>
          </p:cNvPr>
          <p:cNvSpPr/>
          <p:nvPr/>
        </p:nvSpPr>
        <p:spPr>
          <a:xfrm rot="11906203">
            <a:off x="4861574" y="294989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3CA7E0B-18FF-A78B-D4A3-7E052D4E2C33}"/>
              </a:ext>
            </a:extLst>
          </p:cNvPr>
          <p:cNvCxnSpPr>
            <a:cxnSpLocks/>
          </p:cNvCxnSpPr>
          <p:nvPr/>
        </p:nvCxnSpPr>
        <p:spPr>
          <a:xfrm>
            <a:off x="298781" y="1771391"/>
            <a:ext cx="759375" cy="0"/>
          </a:xfrm>
          <a:prstGeom prst="line">
            <a:avLst/>
          </a:prstGeom>
          <a:ln w="38100"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045ABEA-C2E7-EC9F-FBC3-AF67A193E2F0}"/>
              </a:ext>
            </a:extLst>
          </p:cNvPr>
          <p:cNvSpPr txBox="1"/>
          <p:nvPr/>
        </p:nvSpPr>
        <p:spPr>
          <a:xfrm>
            <a:off x="1089209" y="1572391"/>
            <a:ext cx="1592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抑制生产产物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422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89C7-E599-8BAD-A49F-722E0F88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B26CBE6-CC54-27F6-041E-E86217A08053}"/>
              </a:ext>
            </a:extLst>
          </p:cNvPr>
          <p:cNvSpPr/>
          <p:nvPr/>
        </p:nvSpPr>
        <p:spPr>
          <a:xfrm>
            <a:off x="5609896" y="2469931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6D2FE8F-CAA5-0E1E-83DA-1D17748C9DD0}"/>
              </a:ext>
            </a:extLst>
          </p:cNvPr>
          <p:cNvSpPr/>
          <p:nvPr/>
        </p:nvSpPr>
        <p:spPr>
          <a:xfrm>
            <a:off x="4177859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F057086-8CB6-0A10-81DA-18C59C4FF052}"/>
              </a:ext>
            </a:extLst>
          </p:cNvPr>
          <p:cNvSpPr/>
          <p:nvPr/>
        </p:nvSpPr>
        <p:spPr>
          <a:xfrm>
            <a:off x="4177859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A7950A7-9C9B-1812-14FC-ECE04F455BB9}"/>
              </a:ext>
            </a:extLst>
          </p:cNvPr>
          <p:cNvSpPr/>
          <p:nvPr/>
        </p:nvSpPr>
        <p:spPr>
          <a:xfrm>
            <a:off x="5609896" y="376007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3107427-B13A-ECAB-5C8B-F49EAD11D5CD}"/>
              </a:ext>
            </a:extLst>
          </p:cNvPr>
          <p:cNvSpPr/>
          <p:nvPr/>
        </p:nvSpPr>
        <p:spPr>
          <a:xfrm>
            <a:off x="5609896" y="5023948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9A68703-5609-2172-9174-0171FB785717}"/>
              </a:ext>
            </a:extLst>
          </p:cNvPr>
          <p:cNvSpPr/>
          <p:nvPr/>
        </p:nvSpPr>
        <p:spPr>
          <a:xfrm>
            <a:off x="4177859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E3F07CB-CB38-9DB5-E0E7-2F9C27D68E2B}"/>
              </a:ext>
            </a:extLst>
          </p:cNvPr>
          <p:cNvSpPr/>
          <p:nvPr/>
        </p:nvSpPr>
        <p:spPr>
          <a:xfrm>
            <a:off x="7041934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10EEDC5-5CB8-753E-F530-2A451473C4AE}"/>
              </a:ext>
            </a:extLst>
          </p:cNvPr>
          <p:cNvSpPr/>
          <p:nvPr/>
        </p:nvSpPr>
        <p:spPr>
          <a:xfrm>
            <a:off x="7041934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B411939-803D-CB61-DCBC-ECDE3F9CC7C9}"/>
              </a:ext>
            </a:extLst>
          </p:cNvPr>
          <p:cNvSpPr/>
          <p:nvPr/>
        </p:nvSpPr>
        <p:spPr>
          <a:xfrm>
            <a:off x="7041934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718804D-563A-71C0-9BCB-8BA1F85D386B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4514190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04AA9AB-6268-405C-A963-16AF8A225571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850521" y="2808890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AEBD632-8837-A9A5-7EE6-BB9DD8041B43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6282558" y="2808890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406E473-A939-2DF6-A97F-717ED52855CC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4850521" y="4099036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C4EA294-BAB1-8D93-FF12-89820B8456EA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>
            <a:off x="6282558" y="4099036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077BA52-024C-A9C2-7827-323F68C6A55C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7378265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AA59247-C99A-C413-8D8B-344B9B1547CA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946227" y="4437995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A52BA557-6013-E84A-0342-B2C47A038319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4177859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BCDC2A6D-F800-42E6-F797-E30E14B81788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714596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B26F861A-2FE7-24DD-4AEE-F8E2E24A96AF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721208" y="4801556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354762E-5B28-E5B3-57F0-45A8F599E0E7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50521" y="1635389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AC53D4F7-CE5B-66ED-2CC0-4919048EC4C3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6086804" y="2471245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0A58C93-64AB-0789-0CE3-884AFEDDEA21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752012" y="4338716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B4746B00-3B76-190E-84B1-FD2E079FAD28}"/>
              </a:ext>
            </a:extLst>
          </p:cNvPr>
          <p:cNvSpPr/>
          <p:nvPr/>
        </p:nvSpPr>
        <p:spPr>
          <a:xfrm>
            <a:off x="4965371" y="26274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FEC1C3-1C6B-5541-DD1A-9775FF175CFA}"/>
              </a:ext>
            </a:extLst>
          </p:cNvPr>
          <p:cNvSpPr/>
          <p:nvPr/>
        </p:nvSpPr>
        <p:spPr>
          <a:xfrm>
            <a:off x="6823830" y="263498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C98CD52-59AD-8791-4287-3B7B5A20A312}"/>
              </a:ext>
            </a:extLst>
          </p:cNvPr>
          <p:cNvSpPr/>
          <p:nvPr/>
        </p:nvSpPr>
        <p:spPr>
          <a:xfrm>
            <a:off x="5391705" y="3928703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CB7E070-08D3-ECCA-54EF-DCB5D1D7139E}"/>
              </a:ext>
            </a:extLst>
          </p:cNvPr>
          <p:cNvSpPr/>
          <p:nvPr/>
        </p:nvSpPr>
        <p:spPr>
          <a:xfrm>
            <a:off x="6380962" y="392870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0FD34AC-030F-5F72-2F8A-B35922A68127}"/>
              </a:ext>
            </a:extLst>
          </p:cNvPr>
          <p:cNvSpPr/>
          <p:nvPr/>
        </p:nvSpPr>
        <p:spPr>
          <a:xfrm rot="9675102">
            <a:off x="6940304" y="293041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EE0AA9E-6BFD-E283-EAE6-9D5A02861C61}"/>
              </a:ext>
            </a:extLst>
          </p:cNvPr>
          <p:cNvSpPr/>
          <p:nvPr/>
        </p:nvSpPr>
        <p:spPr>
          <a:xfrm>
            <a:off x="4062657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83D43AE-1D0D-CC0C-88B0-C35388CA7D83}"/>
              </a:ext>
            </a:extLst>
          </p:cNvPr>
          <p:cNvSpPr/>
          <p:nvPr/>
        </p:nvSpPr>
        <p:spPr>
          <a:xfrm>
            <a:off x="7720946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83C55A3-B1D5-5BA5-4BBF-86CBF761C512}"/>
              </a:ext>
            </a:extLst>
          </p:cNvPr>
          <p:cNvSpPr/>
          <p:nvPr/>
        </p:nvSpPr>
        <p:spPr>
          <a:xfrm>
            <a:off x="6282558" y="5192574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AD3D4CA-6385-E9A4-060D-62D464634A64}"/>
              </a:ext>
            </a:extLst>
          </p:cNvPr>
          <p:cNvCxnSpPr>
            <a:cxnSpLocks/>
          </p:cNvCxnSpPr>
          <p:nvPr/>
        </p:nvCxnSpPr>
        <p:spPr>
          <a:xfrm>
            <a:off x="332939" y="575234"/>
            <a:ext cx="725217" cy="0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3918A66-45CE-129A-A392-D7B8EDB90147}"/>
              </a:ext>
            </a:extLst>
          </p:cNvPr>
          <p:cNvCxnSpPr>
            <a:cxnSpLocks/>
          </p:cNvCxnSpPr>
          <p:nvPr/>
        </p:nvCxnSpPr>
        <p:spPr>
          <a:xfrm>
            <a:off x="332939" y="912028"/>
            <a:ext cx="725217" cy="0"/>
          </a:xfrm>
          <a:prstGeom prst="line">
            <a:avLst/>
          </a:prstGeom>
          <a:ln w="38100">
            <a:solidFill>
              <a:schemeClr val="accent1"/>
            </a:solidFill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2C24EA3-A910-F064-CD8E-6D4E245556D2}"/>
              </a:ext>
            </a:extLst>
          </p:cNvPr>
          <p:cNvCxnSpPr>
            <a:cxnSpLocks/>
          </p:cNvCxnSpPr>
          <p:nvPr/>
        </p:nvCxnSpPr>
        <p:spPr>
          <a:xfrm>
            <a:off x="332939" y="1353925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08591237-0365-F344-B40B-1378E94432ED}"/>
              </a:ext>
            </a:extLst>
          </p:cNvPr>
          <p:cNvSpPr/>
          <p:nvPr/>
        </p:nvSpPr>
        <p:spPr>
          <a:xfrm>
            <a:off x="874210" y="1186135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4BC181A-5B7B-89F3-3F39-C3873DC14360}"/>
              </a:ext>
            </a:extLst>
          </p:cNvPr>
          <p:cNvCxnSpPr>
            <a:cxnSpLocks/>
          </p:cNvCxnSpPr>
          <p:nvPr/>
        </p:nvCxnSpPr>
        <p:spPr>
          <a:xfrm>
            <a:off x="332939" y="1752321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F01362E-91B5-4A71-78F6-7D7DDD585135}"/>
              </a:ext>
            </a:extLst>
          </p:cNvPr>
          <p:cNvSpPr txBox="1"/>
          <p:nvPr/>
        </p:nvSpPr>
        <p:spPr>
          <a:xfrm>
            <a:off x="1092314" y="4037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生产产物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C73A8D9-F1CD-7875-E7D2-E4931057E753}"/>
              </a:ext>
            </a:extLst>
          </p:cNvPr>
          <p:cNvSpPr txBox="1"/>
          <p:nvPr/>
        </p:nvSpPr>
        <p:spPr>
          <a:xfrm>
            <a:off x="1058156" y="76092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生产信号分子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4872409-1888-2631-DA5C-FEA1734AD498}"/>
              </a:ext>
            </a:extLst>
          </p:cNvPr>
          <p:cNvSpPr txBox="1"/>
          <p:nvPr/>
        </p:nvSpPr>
        <p:spPr>
          <a:xfrm>
            <a:off x="1092227" y="1185702"/>
            <a:ext cx="2061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促进或抑制生产产物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5F79FC6-9FC6-26D4-4DFB-7F44BC882F05}"/>
              </a:ext>
            </a:extLst>
          </p:cNvPr>
          <p:cNvSpPr txBox="1"/>
          <p:nvPr/>
        </p:nvSpPr>
        <p:spPr>
          <a:xfrm>
            <a:off x="1124923" y="158304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促进生长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1DDD284-401D-C3C9-3B45-F5C50DFFFE33}"/>
              </a:ext>
            </a:extLst>
          </p:cNvPr>
          <p:cNvCxnSpPr>
            <a:cxnSpLocks/>
          </p:cNvCxnSpPr>
          <p:nvPr/>
        </p:nvCxnSpPr>
        <p:spPr>
          <a:xfrm>
            <a:off x="315859" y="2101898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D3BD0EF9-AFAC-7734-C6F4-D9307853CC71}"/>
              </a:ext>
            </a:extLst>
          </p:cNvPr>
          <p:cNvSpPr/>
          <p:nvPr/>
        </p:nvSpPr>
        <p:spPr>
          <a:xfrm>
            <a:off x="964419" y="1926853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6467085-FB5D-2A5C-6F29-9163700AF22B}"/>
              </a:ext>
            </a:extLst>
          </p:cNvPr>
          <p:cNvSpPr txBox="1"/>
          <p:nvPr/>
        </p:nvSpPr>
        <p:spPr>
          <a:xfrm>
            <a:off x="1135079" y="1921598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抑制生长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08577A3-480C-FAE0-5CE6-7B53B2021F23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4514190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AB97BF3A-D2EE-247C-2B98-177FC7E6D5DE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39257518-55D3-6A13-8156-517ADB8AB89C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75E1A4-5124-25E4-DA2F-C7891AC7785F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7378265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8D56C99C-E49B-8D81-57C6-89ECD315E807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5946227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DDB55299-706F-7EDE-2E62-7C5D359E8A52}"/>
              </a:ext>
            </a:extLst>
          </p:cNvPr>
          <p:cNvSpPr/>
          <p:nvPr/>
        </p:nvSpPr>
        <p:spPr>
          <a:xfrm rot="16200000">
            <a:off x="4456590" y="3139380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B4BCEC7-28E7-C121-C31C-4B94FCF58D5E}"/>
              </a:ext>
            </a:extLst>
          </p:cNvPr>
          <p:cNvSpPr/>
          <p:nvPr/>
        </p:nvSpPr>
        <p:spPr>
          <a:xfrm rot="16200000">
            <a:off x="7319916" y="313504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32734D9-5E1F-16A4-02F2-D2EF8DBE5792}"/>
              </a:ext>
            </a:extLst>
          </p:cNvPr>
          <p:cNvSpPr/>
          <p:nvPr/>
        </p:nvSpPr>
        <p:spPr>
          <a:xfrm rot="16200000">
            <a:off x="5888235" y="34242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48A0E92-9F7D-CD5C-BDB2-AC4ECFB7B98F}"/>
              </a:ext>
            </a:extLst>
          </p:cNvPr>
          <p:cNvSpPr/>
          <p:nvPr/>
        </p:nvSpPr>
        <p:spPr>
          <a:xfrm rot="11906203">
            <a:off x="4861574" y="294989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5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7EC6-1EBE-6E4F-B72C-150F93CD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51FA8DD-FCB3-77DE-63F3-A424FCA82B5B}"/>
              </a:ext>
            </a:extLst>
          </p:cNvPr>
          <p:cNvSpPr/>
          <p:nvPr/>
        </p:nvSpPr>
        <p:spPr>
          <a:xfrm>
            <a:off x="5609896" y="2469931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00096D7-2177-EFDC-5088-2F110E2BBA79}"/>
              </a:ext>
            </a:extLst>
          </p:cNvPr>
          <p:cNvSpPr/>
          <p:nvPr/>
        </p:nvSpPr>
        <p:spPr>
          <a:xfrm>
            <a:off x="4177859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8A020D8-2AE4-FF02-C4D1-9E0F35EA36D4}"/>
              </a:ext>
            </a:extLst>
          </p:cNvPr>
          <p:cNvSpPr/>
          <p:nvPr/>
        </p:nvSpPr>
        <p:spPr>
          <a:xfrm>
            <a:off x="4177859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DA61D27-858E-0AC6-92C5-16082E3B9204}"/>
              </a:ext>
            </a:extLst>
          </p:cNvPr>
          <p:cNvSpPr/>
          <p:nvPr/>
        </p:nvSpPr>
        <p:spPr>
          <a:xfrm>
            <a:off x="5609896" y="3760077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8CC73F0-2F5E-877B-2CC5-817089FC261F}"/>
              </a:ext>
            </a:extLst>
          </p:cNvPr>
          <p:cNvSpPr/>
          <p:nvPr/>
        </p:nvSpPr>
        <p:spPr>
          <a:xfrm>
            <a:off x="5609896" y="5023948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6B9524A-B3F6-4A6C-484B-0A24C5E9A107}"/>
              </a:ext>
            </a:extLst>
          </p:cNvPr>
          <p:cNvSpPr/>
          <p:nvPr/>
        </p:nvSpPr>
        <p:spPr>
          <a:xfrm>
            <a:off x="4177859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A3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F4585E6-45CA-90F7-ED8C-E6C35B2664DA}"/>
              </a:ext>
            </a:extLst>
          </p:cNvPr>
          <p:cNvSpPr/>
          <p:nvPr/>
        </p:nvSpPr>
        <p:spPr>
          <a:xfrm>
            <a:off x="7041934" y="3760077"/>
            <a:ext cx="672662" cy="67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44696EB-49C0-53CF-CC1B-1C4A081BEB48}"/>
              </a:ext>
            </a:extLst>
          </p:cNvPr>
          <p:cNvSpPr/>
          <p:nvPr/>
        </p:nvSpPr>
        <p:spPr>
          <a:xfrm>
            <a:off x="7041934" y="2469931"/>
            <a:ext cx="672662" cy="67791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1A687C-890E-AF29-B934-AD47D9F314DE}"/>
              </a:ext>
            </a:extLst>
          </p:cNvPr>
          <p:cNvSpPr/>
          <p:nvPr/>
        </p:nvSpPr>
        <p:spPr>
          <a:xfrm>
            <a:off x="7041934" y="1179785"/>
            <a:ext cx="672662" cy="6779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CDD0876-A186-2F63-0F82-D9B084703998}"/>
              </a:ext>
            </a:extLst>
          </p:cNvPr>
          <p:cNvCxnSpPr>
            <a:stCxn id="3" idx="4"/>
            <a:endCxn id="4" idx="0"/>
          </p:cNvCxnSpPr>
          <p:nvPr/>
        </p:nvCxnSpPr>
        <p:spPr>
          <a:xfrm>
            <a:off x="4514190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4CAC978-AF25-27B6-8BC5-B78276800D9E}"/>
              </a:ext>
            </a:extLst>
          </p:cNvPr>
          <p:cNvCxnSpPr>
            <a:cxnSpLocks/>
            <a:stCxn id="2" idx="2"/>
            <a:endCxn id="4" idx="6"/>
          </p:cNvCxnSpPr>
          <p:nvPr/>
        </p:nvCxnSpPr>
        <p:spPr>
          <a:xfrm flipH="1">
            <a:off x="4850521" y="2808890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AF9AE0B-10B5-8B09-BFB0-67EC7E5BCD37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6282558" y="2808890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CBCE3EB-17AA-DD98-E674-DB594FF62902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4850521" y="4099036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0159DFF-33D5-8966-9D6D-EE2B036742F4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>
            <a:off x="6282558" y="4099036"/>
            <a:ext cx="759376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92758BB-46A6-1153-CD66-5F244CC71C1C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7378265" y="1857703"/>
            <a:ext cx="0" cy="612228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0FC8743-F86F-A4E0-2550-302F8EA42C35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5946227" y="4437995"/>
            <a:ext cx="0" cy="585953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0B19700-A0F1-89CA-FA7D-700673D18DF7}"/>
              </a:ext>
            </a:extLst>
          </p:cNvPr>
          <p:cNvCxnSpPr>
            <a:stCxn id="4" idx="2"/>
            <a:endCxn id="3" idx="2"/>
          </p:cNvCxnSpPr>
          <p:nvPr/>
        </p:nvCxnSpPr>
        <p:spPr>
          <a:xfrm rot="10800000">
            <a:off x="4177859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E1AD68A-542E-5291-4A5F-D63E15E01BB8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 flipV="1">
            <a:off x="7714596" y="1518744"/>
            <a:ext cx="12700" cy="1290146"/>
          </a:xfrm>
          <a:prstGeom prst="bentConnector3">
            <a:avLst>
              <a:gd name="adj1" fmla="val 180000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191B8A94-8AD5-CAA3-63E6-7A5FB82D1B4E}"/>
              </a:ext>
            </a:extLst>
          </p:cNvPr>
          <p:cNvCxnSpPr>
            <a:cxnSpLocks/>
            <a:stCxn id="5" idx="5"/>
            <a:endCxn id="6" idx="6"/>
          </p:cNvCxnSpPr>
          <p:nvPr/>
        </p:nvCxnSpPr>
        <p:spPr>
          <a:xfrm rot="16200000" flipH="1">
            <a:off x="5721208" y="4801556"/>
            <a:ext cx="1024191" cy="98509"/>
          </a:xfrm>
          <a:prstGeom prst="bentConnector4">
            <a:avLst>
              <a:gd name="adj1" fmla="val 13"/>
              <a:gd name="adj2" fmla="val 332060"/>
            </a:avLst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7BE96C3-AE2A-7F7E-FE7E-DA44C5C0B79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850521" y="1635389"/>
            <a:ext cx="857884" cy="93382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1E0C1B6A-C355-F33A-FE44-11DE444D7AAF}"/>
              </a:ext>
            </a:extLst>
          </p:cNvPr>
          <p:cNvCxnSpPr>
            <a:cxnSpLocks/>
            <a:stCxn id="10" idx="0"/>
            <a:endCxn id="8" idx="6"/>
          </p:cNvCxnSpPr>
          <p:nvPr/>
        </p:nvCxnSpPr>
        <p:spPr>
          <a:xfrm rot="16200000" flipH="1">
            <a:off x="6086804" y="2471245"/>
            <a:ext cx="2919251" cy="336331"/>
          </a:xfrm>
          <a:prstGeom prst="bentConnector4">
            <a:avLst>
              <a:gd name="adj1" fmla="val -7831"/>
              <a:gd name="adj2" fmla="val 237270"/>
            </a:avLst>
          </a:prstGeom>
          <a:ln w="38100">
            <a:headEnd type="none" w="med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108A93E-5700-DF0F-D883-79B184D99117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752012" y="4338716"/>
            <a:ext cx="956393" cy="784511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752F97F-5907-EF32-48FB-E501CC017270}"/>
              </a:ext>
            </a:extLst>
          </p:cNvPr>
          <p:cNvSpPr/>
          <p:nvPr/>
        </p:nvSpPr>
        <p:spPr>
          <a:xfrm>
            <a:off x="4965371" y="26274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2D2BC8-9B08-7CC7-3233-69F8B427E280}"/>
              </a:ext>
            </a:extLst>
          </p:cNvPr>
          <p:cNvSpPr/>
          <p:nvPr/>
        </p:nvSpPr>
        <p:spPr>
          <a:xfrm>
            <a:off x="6823830" y="263498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F1F698-1DD9-AC5F-977B-358E47101485}"/>
              </a:ext>
            </a:extLst>
          </p:cNvPr>
          <p:cNvSpPr/>
          <p:nvPr/>
        </p:nvSpPr>
        <p:spPr>
          <a:xfrm>
            <a:off x="5391705" y="3928703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96D7E2F-E102-63AA-64A3-3A782EDE8E92}"/>
              </a:ext>
            </a:extLst>
          </p:cNvPr>
          <p:cNvSpPr/>
          <p:nvPr/>
        </p:nvSpPr>
        <p:spPr>
          <a:xfrm>
            <a:off x="6380962" y="392870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09F83B-E074-C00C-752C-23F45A893C8F}"/>
              </a:ext>
            </a:extLst>
          </p:cNvPr>
          <p:cNvSpPr/>
          <p:nvPr/>
        </p:nvSpPr>
        <p:spPr>
          <a:xfrm rot="9675102">
            <a:off x="6940304" y="2930411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C6675C9-2497-2DED-B520-F3AC2D799F13}"/>
              </a:ext>
            </a:extLst>
          </p:cNvPr>
          <p:cNvSpPr/>
          <p:nvPr/>
        </p:nvSpPr>
        <p:spPr>
          <a:xfrm>
            <a:off x="4062657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AD3FD06-9B82-A643-845D-5F465057FD7B}"/>
              </a:ext>
            </a:extLst>
          </p:cNvPr>
          <p:cNvSpPr/>
          <p:nvPr/>
        </p:nvSpPr>
        <p:spPr>
          <a:xfrm>
            <a:off x="7720946" y="1348412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80AEFB0-4B88-9CBD-8A25-AAA4BCDA2778}"/>
              </a:ext>
            </a:extLst>
          </p:cNvPr>
          <p:cNvSpPr/>
          <p:nvPr/>
        </p:nvSpPr>
        <p:spPr>
          <a:xfrm>
            <a:off x="6282558" y="5192574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F96728C-EBAF-D085-02C8-269A7ACAC549}"/>
              </a:ext>
            </a:extLst>
          </p:cNvPr>
          <p:cNvCxnSpPr>
            <a:cxnSpLocks/>
          </p:cNvCxnSpPr>
          <p:nvPr/>
        </p:nvCxnSpPr>
        <p:spPr>
          <a:xfrm>
            <a:off x="332939" y="575234"/>
            <a:ext cx="725217" cy="0"/>
          </a:xfrm>
          <a:prstGeom prst="line">
            <a:avLst/>
          </a:prstGeom>
          <a:ln w="38100"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50D6DBB-1712-75C6-345A-639EBF9C275F}"/>
              </a:ext>
            </a:extLst>
          </p:cNvPr>
          <p:cNvCxnSpPr>
            <a:cxnSpLocks/>
          </p:cNvCxnSpPr>
          <p:nvPr/>
        </p:nvCxnSpPr>
        <p:spPr>
          <a:xfrm>
            <a:off x="332939" y="912028"/>
            <a:ext cx="725217" cy="0"/>
          </a:xfrm>
          <a:prstGeom prst="line">
            <a:avLst/>
          </a:prstGeom>
          <a:ln w="38100">
            <a:solidFill>
              <a:schemeClr val="accent1"/>
            </a:solidFill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950E212-43E8-54C0-1A86-EAB2E680F150}"/>
              </a:ext>
            </a:extLst>
          </p:cNvPr>
          <p:cNvCxnSpPr>
            <a:cxnSpLocks/>
          </p:cNvCxnSpPr>
          <p:nvPr/>
        </p:nvCxnSpPr>
        <p:spPr>
          <a:xfrm>
            <a:off x="332939" y="1353925"/>
            <a:ext cx="759375" cy="0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BA2E6810-0592-41B0-DB37-C3E2534F8B78}"/>
              </a:ext>
            </a:extLst>
          </p:cNvPr>
          <p:cNvSpPr/>
          <p:nvPr/>
        </p:nvSpPr>
        <p:spPr>
          <a:xfrm>
            <a:off x="874210" y="1186135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7B41B3B-0233-BC92-8391-6580C60E0DA9}"/>
              </a:ext>
            </a:extLst>
          </p:cNvPr>
          <p:cNvCxnSpPr>
            <a:cxnSpLocks/>
          </p:cNvCxnSpPr>
          <p:nvPr/>
        </p:nvCxnSpPr>
        <p:spPr>
          <a:xfrm>
            <a:off x="332939" y="1752321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73234B3-AB6D-6F5E-55C3-9092BE6D6A40}"/>
              </a:ext>
            </a:extLst>
          </p:cNvPr>
          <p:cNvSpPr txBox="1"/>
          <p:nvPr/>
        </p:nvSpPr>
        <p:spPr>
          <a:xfrm>
            <a:off x="1092314" y="4037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生产产物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AB96ECA-6FBC-7B66-E707-A9F44E3CD0FA}"/>
              </a:ext>
            </a:extLst>
          </p:cNvPr>
          <p:cNvSpPr txBox="1"/>
          <p:nvPr/>
        </p:nvSpPr>
        <p:spPr>
          <a:xfrm>
            <a:off x="1058156" y="76092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生产信号分子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42BFF0F-BC21-3889-ED13-5F3A079B7853}"/>
              </a:ext>
            </a:extLst>
          </p:cNvPr>
          <p:cNvSpPr txBox="1"/>
          <p:nvPr/>
        </p:nvSpPr>
        <p:spPr>
          <a:xfrm>
            <a:off x="1092227" y="1185702"/>
            <a:ext cx="2061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促进或抑制生产产物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6C22A83-2417-2E8A-4AC9-7603C8795BA9}"/>
              </a:ext>
            </a:extLst>
          </p:cNvPr>
          <p:cNvSpPr txBox="1"/>
          <p:nvPr/>
        </p:nvSpPr>
        <p:spPr>
          <a:xfrm>
            <a:off x="1124923" y="158304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促进生长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3223694-4457-CCAE-775E-E65CA1E578BE}"/>
              </a:ext>
            </a:extLst>
          </p:cNvPr>
          <p:cNvCxnSpPr>
            <a:cxnSpLocks/>
          </p:cNvCxnSpPr>
          <p:nvPr/>
        </p:nvCxnSpPr>
        <p:spPr>
          <a:xfrm>
            <a:off x="315859" y="2101898"/>
            <a:ext cx="759375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  <a:tailEnd type="non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01DFC145-5640-7790-981F-DF50CECF43BF}"/>
              </a:ext>
            </a:extLst>
          </p:cNvPr>
          <p:cNvSpPr/>
          <p:nvPr/>
        </p:nvSpPr>
        <p:spPr>
          <a:xfrm>
            <a:off x="964419" y="1926853"/>
            <a:ext cx="115200" cy="3406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231D743-570B-0C55-2867-9F38DB4F0AD6}"/>
              </a:ext>
            </a:extLst>
          </p:cNvPr>
          <p:cNvSpPr txBox="1"/>
          <p:nvPr/>
        </p:nvSpPr>
        <p:spPr>
          <a:xfrm>
            <a:off x="1135079" y="1921598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抑制生长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C1C7183-D2D6-A717-234D-33CAEA219E46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4514190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7E200884-75A8-A914-4AA0-7FF72681A658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DC5E1E5-DA19-8DD1-02C6-92CA99C6374D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4752012" y="3048570"/>
            <a:ext cx="2388431" cy="810786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D31A8026-07B1-6C84-FE6F-5D46B4B9431F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7378265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FEF2AB6B-DE55-01CB-E528-65339DDACB9E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5946227" y="3147849"/>
            <a:ext cx="0" cy="612228"/>
          </a:xfrm>
          <a:prstGeom prst="line">
            <a:avLst/>
          </a:prstGeom>
          <a:ln w="38100">
            <a:prstDash val="sysDash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16DAEF39-0713-B0A7-51B5-60186CA7E765}"/>
              </a:ext>
            </a:extLst>
          </p:cNvPr>
          <p:cNvSpPr/>
          <p:nvPr/>
        </p:nvSpPr>
        <p:spPr>
          <a:xfrm rot="16200000">
            <a:off x="4456590" y="3139380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92F3E3C-2339-89D3-4B71-F932E798461E}"/>
              </a:ext>
            </a:extLst>
          </p:cNvPr>
          <p:cNvSpPr/>
          <p:nvPr/>
        </p:nvSpPr>
        <p:spPr>
          <a:xfrm rot="16200000">
            <a:off x="7319916" y="313504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8934868-DEB1-99CF-B1DF-8F28F7015331}"/>
              </a:ext>
            </a:extLst>
          </p:cNvPr>
          <p:cNvSpPr/>
          <p:nvPr/>
        </p:nvSpPr>
        <p:spPr>
          <a:xfrm rot="16200000">
            <a:off x="5888235" y="3424258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8D3BD6B-9724-1F51-224A-8286499AC56B}"/>
              </a:ext>
            </a:extLst>
          </p:cNvPr>
          <p:cNvSpPr/>
          <p:nvPr/>
        </p:nvSpPr>
        <p:spPr>
          <a:xfrm rot="11906203">
            <a:off x="4861574" y="2949894"/>
            <a:ext cx="115200" cy="3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11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8DDD-48ED-A714-5DC3-464DC92A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3DDE2BF0-7574-2DE8-DDA7-49D9B219F354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8666CA4B-2D94-29D9-0211-A4EF669993FB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5F07AF0D-63A7-73F7-D5DE-83CCB9E8E3F7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5777FDEE-7382-062B-60CC-04FDB4B89F99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67EF50BA-CD44-8D00-1DA0-87514A1E9B23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D0CAFB12-E13C-29ED-9B00-250ADD047BAC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35248D9-5F14-72B1-CC27-57BA6D482FE0}"/>
              </a:ext>
            </a:extLst>
          </p:cNvPr>
          <p:cNvCxnSpPr>
            <a:cxnSpLocks/>
            <a:stCxn id="6" idx="7"/>
            <a:endCxn id="9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29DD49D2-3AD2-FC63-2866-278E97F16D33}"/>
              </a:ext>
            </a:extLst>
          </p:cNvPr>
          <p:cNvCxnSpPr>
            <a:cxnSpLocks/>
            <a:stCxn id="9" idx="0"/>
            <a:endCxn id="6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804C0A9-F878-7DE3-AA05-B00EA06ADDD4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52666096-3D33-423F-0D27-DEF786AEC0F0}"/>
              </a:ext>
            </a:extLst>
          </p:cNvPr>
          <p:cNvCxnSpPr>
            <a:stCxn id="8" idx="5"/>
            <a:endCxn id="7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48C97FC-4F5A-61BF-68F7-FEA02D9E61DD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AA22607-FE2B-E7D7-0CA4-9B16BDB9BCDF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242472" y="2495691"/>
            <a:ext cx="884622" cy="486182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FD94122-24AE-FC53-3071-F614A2A8954E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869399" cy="471717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F59C9E5-BF61-1189-DC74-3419A6CD4FB2}"/>
              </a:ext>
            </a:extLst>
          </p:cNvPr>
          <p:cNvSpPr txBox="1"/>
          <p:nvPr/>
        </p:nvSpPr>
        <p:spPr>
          <a:xfrm>
            <a:off x="4820207" y="147145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380FDF4-A09B-B67B-4CD5-A5ED595AAC0D}"/>
              </a:ext>
            </a:extLst>
          </p:cNvPr>
          <p:cNvCxnSpPr>
            <a:cxnSpLocks/>
            <a:stCxn id="6" idx="6"/>
            <a:endCxn id="4" idx="2"/>
          </p:cNvCxnSpPr>
          <p:nvPr/>
        </p:nvCxnSpPr>
        <p:spPr>
          <a:xfrm>
            <a:off x="4172607" y="3234559"/>
            <a:ext cx="562303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AAFB118-94FC-9311-9FD8-040FF43377E8}"/>
              </a:ext>
            </a:extLst>
          </p:cNvPr>
          <p:cNvCxnSpPr>
            <a:cxnSpLocks/>
          </p:cNvCxnSpPr>
          <p:nvPr/>
        </p:nvCxnSpPr>
        <p:spPr>
          <a:xfrm flipH="1">
            <a:off x="6731875" y="3234559"/>
            <a:ext cx="69893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C04353C-CEC4-AEE6-1449-CEC17A609ACD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C0AE250-CD47-30B8-41F4-8E675F82BC3A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AAFFDB5-5469-608F-BC60-3D091296841E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42B35A0-EFF7-8881-3ED9-AA1709D99630}"/>
              </a:ext>
            </a:extLst>
          </p:cNvPr>
          <p:cNvCxnSpPr>
            <a:cxnSpLocks/>
          </p:cNvCxnSpPr>
          <p:nvPr/>
        </p:nvCxnSpPr>
        <p:spPr>
          <a:xfrm flipV="1">
            <a:off x="5138790" y="2337238"/>
            <a:ext cx="130942" cy="240862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BB9C38D-DAF4-91A3-9E52-DF8BE4F4F5E1}"/>
              </a:ext>
            </a:extLst>
          </p:cNvPr>
          <p:cNvCxnSpPr>
            <a:cxnSpLocks/>
          </p:cNvCxnSpPr>
          <p:nvPr/>
        </p:nvCxnSpPr>
        <p:spPr>
          <a:xfrm flipV="1">
            <a:off x="6198146" y="3892224"/>
            <a:ext cx="117584" cy="232868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96B5C8E3-6C6E-A7E8-0D6A-FE415C87852C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2B66A5-27A5-7548-7A53-FAA300D66181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168403-500B-A937-CE01-D02CFBF466C1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8AFBD4-2512-69AB-67F5-6492F9D842EC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315E16-FE73-454C-F1F7-6E411304E7BD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FB7CA8E-FF23-04DC-6494-4342857A09DF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E84111-4BF2-09CD-DBC2-F606797A78C2}"/>
              </a:ext>
            </a:extLst>
          </p:cNvPr>
          <p:cNvSpPr txBox="1"/>
          <p:nvPr/>
        </p:nvSpPr>
        <p:spPr>
          <a:xfrm>
            <a:off x="9093201" y="1435100"/>
            <a:ext cx="2870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评价函数：</a:t>
            </a:r>
            <a:endParaRPr lang="en-US" altLang="zh-CN" dirty="0"/>
          </a:p>
          <a:p>
            <a:r>
              <a:rPr lang="zh-CN" altLang="en-US" dirty="0"/>
              <a:t>各假设 </a:t>
            </a:r>
            <a:r>
              <a:rPr lang="en-US" altLang="zh-CN" dirty="0"/>
              <a:t>16 </a:t>
            </a:r>
            <a:r>
              <a:rPr lang="zh-CN" altLang="en-US" dirty="0"/>
              <a:t>组内：先按三项经济门槛（菌几何丰度、产物几何丰度、累积资源）算过线数；再过线数高者优先排名。</a:t>
            </a:r>
          </a:p>
        </p:txBody>
      </p:sp>
    </p:spTree>
    <p:extLst>
      <p:ext uri="{BB962C8B-B14F-4D97-AF65-F5344CB8AC3E}">
        <p14:creationId xmlns:p14="http://schemas.microsoft.com/office/powerpoint/2010/main" val="268213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E59B7-0DA0-3788-A29C-F7960FBA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CC7693D9-98BC-B63B-547B-E473FEC95155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E655BF5E-F7B9-15B0-3DED-630C3009A98E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C8083D1A-08DF-9CCB-2B45-319BB8B790BE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46C2216D-6A91-979B-C138-77F0D9077617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046AB83E-5E89-DB53-2876-0069F543A2F4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087C4671-4393-3085-B78F-51E4878227C0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42D83A8-64F8-5088-DA17-F04AF2D7B1B0}"/>
              </a:ext>
            </a:extLst>
          </p:cNvPr>
          <p:cNvCxnSpPr>
            <a:cxnSpLocks/>
            <a:stCxn id="6" idx="7"/>
            <a:endCxn id="9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5578BC0F-99E9-0CEC-16E6-412C72D2AFA9}"/>
              </a:ext>
            </a:extLst>
          </p:cNvPr>
          <p:cNvCxnSpPr>
            <a:cxnSpLocks/>
            <a:stCxn id="9" idx="0"/>
            <a:endCxn id="6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F8A4298-4D67-4FFB-AD6B-4206E405BF24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E0E3D7AB-52AE-1432-7EF9-2A39A545AF2F}"/>
              </a:ext>
            </a:extLst>
          </p:cNvPr>
          <p:cNvCxnSpPr>
            <a:stCxn id="8" idx="5"/>
            <a:endCxn id="7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B5E7DDB-2877-8D2F-146B-0BEEF60E1C38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A6EB962-03B5-7B96-9795-4CD1A4F51D15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242472" y="2495691"/>
            <a:ext cx="884622" cy="486182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55390E1-E5AF-3207-8596-7F73A29FD832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869399" cy="471717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BC86A56-62F3-86D3-862F-DA5C7D6918D4}"/>
              </a:ext>
            </a:extLst>
          </p:cNvPr>
          <p:cNvSpPr txBox="1"/>
          <p:nvPr/>
        </p:nvSpPr>
        <p:spPr>
          <a:xfrm>
            <a:off x="4820207" y="14714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7EE5BA9-8092-E385-A113-195A2C484BC8}"/>
              </a:ext>
            </a:extLst>
          </p:cNvPr>
          <p:cNvCxnSpPr>
            <a:cxnSpLocks/>
            <a:stCxn id="6" idx="6"/>
            <a:endCxn id="4" idx="2"/>
          </p:cNvCxnSpPr>
          <p:nvPr/>
        </p:nvCxnSpPr>
        <p:spPr>
          <a:xfrm>
            <a:off x="4172607" y="3234559"/>
            <a:ext cx="562303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D496E1B-A944-CDB7-A837-C664030DED44}"/>
              </a:ext>
            </a:extLst>
          </p:cNvPr>
          <p:cNvCxnSpPr>
            <a:cxnSpLocks/>
          </p:cNvCxnSpPr>
          <p:nvPr/>
        </p:nvCxnSpPr>
        <p:spPr>
          <a:xfrm flipH="1">
            <a:off x="6731875" y="3234559"/>
            <a:ext cx="69893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8748839-D621-B45A-EA94-51253E524499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2A54550-B7D9-391D-709D-61BD7B0E46A1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0F573A5-9D4D-CF01-9341-EFAD22317281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B235796-B64B-C157-ED23-FBB5B0544070}"/>
              </a:ext>
            </a:extLst>
          </p:cNvPr>
          <p:cNvCxnSpPr>
            <a:cxnSpLocks/>
          </p:cNvCxnSpPr>
          <p:nvPr/>
        </p:nvCxnSpPr>
        <p:spPr>
          <a:xfrm flipV="1">
            <a:off x="5138790" y="2337238"/>
            <a:ext cx="130942" cy="240862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BA4F599-CEC9-4704-A3AD-EE28876BD918}"/>
              </a:ext>
            </a:extLst>
          </p:cNvPr>
          <p:cNvCxnSpPr>
            <a:cxnSpLocks/>
          </p:cNvCxnSpPr>
          <p:nvPr/>
        </p:nvCxnSpPr>
        <p:spPr>
          <a:xfrm flipV="1">
            <a:off x="6198146" y="3892224"/>
            <a:ext cx="117584" cy="232868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36F8694-5A37-3FC2-6F99-12EBF54E3F95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E9CC5F-3C6C-8D1D-CAB9-A3E5D461E9AA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7BE4EF2-3F10-A510-6DA5-B1ED817D3780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93E7A4-C597-B992-DD6D-9014BAE2607F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E04903C-3506-6CD9-F0CE-4E5135B2B820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D75802-0BC7-04D1-2947-B228C3CDED0F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223FA9-13B4-814B-71C1-3A6616B0E269}"/>
              </a:ext>
            </a:extLst>
          </p:cNvPr>
          <p:cNvSpPr txBox="1"/>
          <p:nvPr/>
        </p:nvSpPr>
        <p:spPr>
          <a:xfrm>
            <a:off x="9093201" y="1435100"/>
            <a:ext cx="2870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评价函数：</a:t>
            </a:r>
            <a:endParaRPr lang="en-US" altLang="zh-CN" dirty="0"/>
          </a:p>
          <a:p>
            <a:r>
              <a:rPr lang="zh-CN" altLang="en-US" dirty="0"/>
              <a:t>各假设 </a:t>
            </a:r>
            <a:r>
              <a:rPr lang="en-US" altLang="zh-CN" dirty="0"/>
              <a:t>16 </a:t>
            </a:r>
            <a:r>
              <a:rPr lang="zh-CN" altLang="en-US" dirty="0"/>
              <a:t>组内：先按三项经济门槛（菌几何丰度、产物几何丰度、累积资源）算过线数；再过线数高者优先排名。</a:t>
            </a:r>
          </a:p>
        </p:txBody>
      </p:sp>
    </p:spTree>
    <p:extLst>
      <p:ext uri="{BB962C8B-B14F-4D97-AF65-F5344CB8AC3E}">
        <p14:creationId xmlns:p14="http://schemas.microsoft.com/office/powerpoint/2010/main" val="227358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DE44-1E26-9C48-A5CA-9064CD22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4977D1-E630-4084-E438-3809B35E5EF3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D06649-C359-9F79-E106-61DF2E8BF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750B-589C-A664-34C7-0B62A77F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0E4A4D-96DC-02CE-3591-721CEAFB82CE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178086-C6E2-D7B0-1C84-E11FDA6D7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409" y="1147567"/>
            <a:ext cx="9313182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CE26A-66A8-0C65-F555-8257BD33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FA3FF7-B6D8-B983-61AF-327505736B6B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D50E62-69C7-F5B0-E248-6DD3FD0C9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42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4E31-F5DF-3AB5-93DA-1212AF79E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DB8FE67-D052-FE48-17DA-E201FE5CDB67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1E843D0-3FC2-55FB-B3B9-F0E98C19A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7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2E73-6CC9-F83E-736A-A12B8561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72385A-A2CC-5BA1-2EAD-013C14493CDB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BE94CF-89E6-A452-6AB8-FA249CD36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409" y="1147567"/>
            <a:ext cx="9313182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93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CC59-46B7-3123-E12D-3E966984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5D01965-BBE4-2921-FA21-B793A6C8AE5E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F508C4-6309-DB59-EB2D-7021B2459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53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9B69-8034-F1FA-3922-73C81A45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D39BE8E0-33E2-C106-82D3-C59503D8F2B6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E52B38A8-6952-6CD6-4653-8282BD1F4C21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AA1A0AD3-0BEB-E6E1-824A-A2B36899E49A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C1</a:t>
            </a:r>
            <a:endParaRPr lang="zh-CN" altLang="en-US" dirty="0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1E3349AA-AA4D-2FE8-682C-598B1E47A15B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</a:t>
            </a:r>
            <a:endParaRPr lang="zh-CN" altLang="en-US" dirty="0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85288657-59C5-5C07-E366-B633CD90AB1D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95BE1417-FFBD-CE66-A1EF-0DDAE1A67C2B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A0E9414-A71F-7B19-3354-61FF483040BE}"/>
              </a:ext>
            </a:extLst>
          </p:cNvPr>
          <p:cNvCxnSpPr>
            <a:cxnSpLocks/>
            <a:stCxn id="10" idx="7"/>
            <a:endCxn id="16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7B5C626B-B2BE-2F33-4A29-62CBE30B8D07}"/>
              </a:ext>
            </a:extLst>
          </p:cNvPr>
          <p:cNvCxnSpPr>
            <a:cxnSpLocks/>
            <a:stCxn id="16" idx="0"/>
            <a:endCxn id="10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9F2B16D-D968-D0FA-BBBF-B53029ECCE32}"/>
              </a:ext>
            </a:extLst>
          </p:cNvPr>
          <p:cNvCxnSpPr>
            <a:cxnSpLocks/>
            <a:stCxn id="12" idx="3"/>
            <a:endCxn id="14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5D1E7059-6ABA-7A47-5BCF-D6624CA05AD9}"/>
              </a:ext>
            </a:extLst>
          </p:cNvPr>
          <p:cNvCxnSpPr>
            <a:stCxn id="14" idx="5"/>
            <a:endCxn id="12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83C564A-BBE0-85EB-EC5B-1A5D6FB3AB87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45FBF07-77D9-4349-E451-D3A2982F5AED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242472" y="2495691"/>
            <a:ext cx="884622" cy="486182"/>
          </a:xfrm>
          <a:prstGeom prst="straightConnector1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4BB0906-F495-FF2D-B580-4359A2568466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1040303" cy="516104"/>
          </a:xfrm>
          <a:prstGeom prst="straightConnector1">
            <a:avLst/>
          </a:prstGeom>
          <a:ln>
            <a:prstDash val="sysDash"/>
            <a:headEnd type="none" w="med" len="me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2BE6EBE-CB06-02A1-A923-288A44ED601B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21364B2-6AFA-E5BD-93F0-DBA9B433E7AF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58071F0-81AD-B7BE-47C3-C0E8EF157E8C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9A61F35-E9D8-89BA-1AA3-B08E330D7B77}"/>
              </a:ext>
            </a:extLst>
          </p:cNvPr>
          <p:cNvCxnSpPr>
            <a:cxnSpLocks/>
          </p:cNvCxnSpPr>
          <p:nvPr/>
        </p:nvCxnSpPr>
        <p:spPr>
          <a:xfrm flipV="1">
            <a:off x="5138790" y="2337238"/>
            <a:ext cx="130942" cy="240862"/>
          </a:xfrm>
          <a:prstGeom prst="line">
            <a:avLst/>
          </a:prstGeom>
          <a:ln w="254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BE771CB5-66C9-E12D-F72F-8623B02235B2}"/>
              </a:ext>
            </a:extLst>
          </p:cNvPr>
          <p:cNvSpPr/>
          <p:nvPr/>
        </p:nvSpPr>
        <p:spPr>
          <a:xfrm>
            <a:off x="757917" y="1282841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B323EC-A529-82BE-EA98-FCBA989396B0}"/>
              </a:ext>
            </a:extLst>
          </p:cNvPr>
          <p:cNvSpPr/>
          <p:nvPr/>
        </p:nvSpPr>
        <p:spPr>
          <a:xfrm>
            <a:off x="757917" y="1896383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2E2927A-88B1-C0F8-898F-20ABB93D4306}"/>
              </a:ext>
            </a:extLst>
          </p:cNvPr>
          <p:cNvSpPr txBox="1"/>
          <p:nvPr/>
        </p:nvSpPr>
        <p:spPr>
          <a:xfrm>
            <a:off x="1132567" y="12597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C4A2AD-F39E-4D7D-E090-3AFB54470C1A}"/>
              </a:ext>
            </a:extLst>
          </p:cNvPr>
          <p:cNvSpPr txBox="1"/>
          <p:nvPr/>
        </p:nvSpPr>
        <p:spPr>
          <a:xfrm>
            <a:off x="1132567" y="18733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FDA7F90-0A6E-F123-45F9-ADF41BA5E9D0}"/>
              </a:ext>
            </a:extLst>
          </p:cNvPr>
          <p:cNvCxnSpPr>
            <a:cxnSpLocks/>
          </p:cNvCxnSpPr>
          <p:nvPr/>
        </p:nvCxnSpPr>
        <p:spPr>
          <a:xfrm flipH="1" flipV="1">
            <a:off x="5186852" y="3596251"/>
            <a:ext cx="894256" cy="437569"/>
          </a:xfrm>
          <a:prstGeom prst="straightConnector1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65A76BD-1272-8B3F-7207-8DF22971989C}"/>
              </a:ext>
            </a:extLst>
          </p:cNvPr>
          <p:cNvCxnSpPr>
            <a:cxnSpLocks/>
          </p:cNvCxnSpPr>
          <p:nvPr/>
        </p:nvCxnSpPr>
        <p:spPr>
          <a:xfrm flipH="1" flipV="1">
            <a:off x="5094889" y="2574707"/>
            <a:ext cx="930167" cy="495406"/>
          </a:xfrm>
          <a:prstGeom prst="straightConnector1">
            <a:avLst/>
          </a:prstGeom>
          <a:ln>
            <a:prstDash val="sysDash"/>
            <a:headEnd type="none" w="med" len="me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29E760-4852-6EB0-E9BF-EBEFB8651ED0}"/>
              </a:ext>
            </a:extLst>
          </p:cNvPr>
          <p:cNvCxnSpPr>
            <a:cxnSpLocks/>
          </p:cNvCxnSpPr>
          <p:nvPr/>
        </p:nvCxnSpPr>
        <p:spPr>
          <a:xfrm flipV="1">
            <a:off x="3879862" y="4860195"/>
            <a:ext cx="0" cy="265861"/>
          </a:xfrm>
          <a:prstGeom prst="line">
            <a:avLst/>
          </a:prstGeom>
          <a:ln w="254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8A8926E-2074-2533-FA61-B6F27A9E13AF}"/>
              </a:ext>
            </a:extLst>
          </p:cNvPr>
          <p:cNvCxnSpPr>
            <a:cxnSpLocks/>
          </p:cNvCxnSpPr>
          <p:nvPr/>
        </p:nvCxnSpPr>
        <p:spPr>
          <a:xfrm>
            <a:off x="3322815" y="4069494"/>
            <a:ext cx="61135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1E1E6C6-B241-9253-05BB-ED92583EA02E}"/>
              </a:ext>
            </a:extLst>
          </p:cNvPr>
          <p:cNvCxnSpPr>
            <a:cxnSpLocks/>
          </p:cNvCxnSpPr>
          <p:nvPr/>
        </p:nvCxnSpPr>
        <p:spPr>
          <a:xfrm>
            <a:off x="3322815" y="4681067"/>
            <a:ext cx="611350" cy="0"/>
          </a:xfrm>
          <a:prstGeom prst="straightConnector1">
            <a:avLst/>
          </a:prstGeom>
          <a:ln>
            <a:prstDash val="sysDash"/>
            <a:headEnd type="none" w="med" len="me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4BEE593-C26A-6B25-60C5-B6CFD483C227}"/>
              </a:ext>
            </a:extLst>
          </p:cNvPr>
          <p:cNvCxnSpPr>
            <a:cxnSpLocks/>
          </p:cNvCxnSpPr>
          <p:nvPr/>
        </p:nvCxnSpPr>
        <p:spPr>
          <a:xfrm flipH="1">
            <a:off x="3322815" y="4993126"/>
            <a:ext cx="557047" cy="0"/>
          </a:xfrm>
          <a:prstGeom prst="straightConnector1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4F74275-FF70-D5D9-7C37-BBDC1BCEB445}"/>
              </a:ext>
            </a:extLst>
          </p:cNvPr>
          <p:cNvCxnSpPr>
            <a:cxnSpLocks/>
          </p:cNvCxnSpPr>
          <p:nvPr/>
        </p:nvCxnSpPr>
        <p:spPr>
          <a:xfrm flipV="1">
            <a:off x="6039395" y="3922868"/>
            <a:ext cx="146926" cy="285331"/>
          </a:xfrm>
          <a:prstGeom prst="line">
            <a:avLst/>
          </a:prstGeom>
          <a:ln w="254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5902DF3-1990-F515-2E8F-8E0B8C752560}"/>
              </a:ext>
            </a:extLst>
          </p:cNvPr>
          <p:cNvCxnSpPr>
            <a:cxnSpLocks/>
          </p:cNvCxnSpPr>
          <p:nvPr/>
        </p:nvCxnSpPr>
        <p:spPr>
          <a:xfrm>
            <a:off x="3323692" y="4353273"/>
            <a:ext cx="556170" cy="7682"/>
          </a:xfrm>
          <a:prstGeom prst="straightConnector1">
            <a:avLst/>
          </a:prstGeom>
          <a:ln w="254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CFCE403-2639-BDD2-3845-F27811473950}"/>
              </a:ext>
            </a:extLst>
          </p:cNvPr>
          <p:cNvCxnSpPr>
            <a:cxnSpLocks/>
          </p:cNvCxnSpPr>
          <p:nvPr/>
        </p:nvCxnSpPr>
        <p:spPr>
          <a:xfrm flipV="1">
            <a:off x="3879862" y="4220342"/>
            <a:ext cx="0" cy="26586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AC42C071-DEAF-72B7-1FDB-3462AF9B1ACC}"/>
              </a:ext>
            </a:extLst>
          </p:cNvPr>
          <p:cNvSpPr txBox="1"/>
          <p:nvPr/>
        </p:nvSpPr>
        <p:spPr>
          <a:xfrm>
            <a:off x="3973183" y="4823848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假设抑制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7040CE7-D36A-FCC3-D2ED-85D9461BCC57}"/>
              </a:ext>
            </a:extLst>
          </p:cNvPr>
          <p:cNvSpPr txBox="1"/>
          <p:nvPr/>
        </p:nvSpPr>
        <p:spPr>
          <a:xfrm>
            <a:off x="3973183" y="422034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抑制关系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EE3DB0E-A38C-A92D-286F-16C6B47EEC9E}"/>
              </a:ext>
            </a:extLst>
          </p:cNvPr>
          <p:cNvSpPr txBox="1"/>
          <p:nvPr/>
        </p:nvSpPr>
        <p:spPr>
          <a:xfrm>
            <a:off x="3973576" y="451179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假设促进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C42C071-DEAF-72B7-1FDB-3462AF9B1ACC}"/>
              </a:ext>
            </a:extLst>
          </p:cNvPr>
          <p:cNvSpPr txBox="1"/>
          <p:nvPr/>
        </p:nvSpPr>
        <p:spPr>
          <a:xfrm>
            <a:off x="3941817" y="3912444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假设抑制</a:t>
            </a:r>
          </a:p>
        </p:txBody>
      </p:sp>
    </p:spTree>
    <p:extLst>
      <p:ext uri="{BB962C8B-B14F-4D97-AF65-F5344CB8AC3E}">
        <p14:creationId xmlns:p14="http://schemas.microsoft.com/office/powerpoint/2010/main" val="49504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429A-E076-1B51-26EB-1BED8979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6EBC3A-7B62-0C50-26B6-6AC5B23123DF}"/>
              </a:ext>
            </a:extLst>
          </p:cNvPr>
          <p:cNvSpPr txBox="1"/>
          <p:nvPr/>
        </p:nvSpPr>
        <p:spPr>
          <a:xfrm>
            <a:off x="4820207" y="147145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955CBF68-80E1-5754-7310-8C40855FB147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4EA793BB-969B-91A0-5F77-54AA3F3CBAD1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E0BB5E11-859D-C255-FF79-7B9D87F5EB77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F548232A-2999-77B7-1DAB-11565C9F9991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FBD26FA1-A820-7A6A-A405-69026879997B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F999130D-F985-A4C1-BDF4-2231656DB9C5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845FB2C-9205-425E-7D08-D00BF1FE38BA}"/>
              </a:ext>
            </a:extLst>
          </p:cNvPr>
          <p:cNvCxnSpPr>
            <a:cxnSpLocks/>
            <a:stCxn id="57" idx="7"/>
            <a:endCxn id="60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0DD14575-6DA3-CD82-D7B6-4677B98380C4}"/>
              </a:ext>
            </a:extLst>
          </p:cNvPr>
          <p:cNvCxnSpPr>
            <a:cxnSpLocks/>
            <a:stCxn id="60" idx="0"/>
            <a:endCxn id="57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E745D58-438A-2027-2137-495295F03744}"/>
              </a:ext>
            </a:extLst>
          </p:cNvPr>
          <p:cNvCxnSpPr>
            <a:cxnSpLocks/>
            <a:stCxn id="58" idx="3"/>
            <a:endCxn id="59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BF6C8C5-3386-0B20-93FE-8EBDDFA82CA5}"/>
              </a:ext>
            </a:extLst>
          </p:cNvPr>
          <p:cNvCxnSpPr>
            <a:stCxn id="59" idx="5"/>
            <a:endCxn id="58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1FFFB19-7EC6-F77A-F7BE-202A12D00634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76418BA-0172-DA2B-5442-5878148DE046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5242472" y="2495691"/>
            <a:ext cx="884622" cy="486182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652A7B2-1B54-60D7-3544-BF6266B6D9A6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1040303" cy="516104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282FA51-98FA-6547-B74C-AFC8D746CA55}"/>
              </a:ext>
            </a:extLst>
          </p:cNvPr>
          <p:cNvCxnSpPr>
            <a:cxnSpLocks/>
            <a:stCxn id="57" idx="6"/>
            <a:endCxn id="55" idx="2"/>
          </p:cNvCxnSpPr>
          <p:nvPr/>
        </p:nvCxnSpPr>
        <p:spPr>
          <a:xfrm>
            <a:off x="4172607" y="3234559"/>
            <a:ext cx="562303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9D00F98-1181-31CC-2A13-6E444B3F8AEB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8B776BA-1F18-91B2-995F-6373904EB1A8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831CE364-A26D-2C25-DC3E-1C940ED26DB8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B45FCE5-3FEC-66C6-4F8E-F26D7766C04E}"/>
              </a:ext>
            </a:extLst>
          </p:cNvPr>
          <p:cNvCxnSpPr>
            <a:cxnSpLocks/>
          </p:cNvCxnSpPr>
          <p:nvPr/>
        </p:nvCxnSpPr>
        <p:spPr>
          <a:xfrm flipV="1">
            <a:off x="5138790" y="2337238"/>
            <a:ext cx="130942" cy="240862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0C11DDD1-FBC2-B080-CCA3-35A91955970A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EE84FD8-B97B-B6FC-A6C2-CA51B31066A8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EE578AC-166D-D2D7-1872-19990D018A9C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1D155ACB-3F7F-F889-B837-35B2930C1CDC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D65EC92-71B1-11A3-5047-B32B69608277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686096A-61BE-19D2-9E7C-4C5FA109D1E9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</p:spTree>
    <p:extLst>
      <p:ext uri="{BB962C8B-B14F-4D97-AF65-F5344CB8AC3E}">
        <p14:creationId xmlns:p14="http://schemas.microsoft.com/office/powerpoint/2010/main" val="2903215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47CDE-0913-4C7F-A94B-8A3433135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0D0365-8109-A6A4-889B-E836744B2E30}"/>
              </a:ext>
            </a:extLst>
          </p:cNvPr>
          <p:cNvSpPr txBox="1"/>
          <p:nvPr/>
        </p:nvSpPr>
        <p:spPr>
          <a:xfrm>
            <a:off x="4820207" y="14714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D0DA59C5-D111-F08D-5A64-41CD0890D7F8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010A21E6-3AB3-6064-9BD4-A6C5DA485BB8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8452609D-050E-083B-E5D1-C5D7D7E92001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9456A3AE-E8CF-9378-6D8D-C38F0CF4122A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8868EB6F-AD06-C7A7-2032-3B4DE38C4877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F05551D1-206E-7E3A-73DA-2232B8ECB032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DC02940-05EB-C79A-3CF7-0B9FB65DA243}"/>
              </a:ext>
            </a:extLst>
          </p:cNvPr>
          <p:cNvCxnSpPr>
            <a:cxnSpLocks/>
            <a:stCxn id="57" idx="7"/>
            <a:endCxn id="60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B1CF1530-4789-3D49-BE66-DB56AB280C3A}"/>
              </a:ext>
            </a:extLst>
          </p:cNvPr>
          <p:cNvCxnSpPr>
            <a:cxnSpLocks/>
            <a:stCxn id="60" idx="0"/>
            <a:endCxn id="57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C07D2AB9-6714-C8C1-D42E-BD66A02272C0}"/>
              </a:ext>
            </a:extLst>
          </p:cNvPr>
          <p:cNvCxnSpPr>
            <a:cxnSpLocks/>
            <a:stCxn id="58" idx="3"/>
            <a:endCxn id="59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982ABE5B-7628-EF23-8D1F-406161DCEF8E}"/>
              </a:ext>
            </a:extLst>
          </p:cNvPr>
          <p:cNvCxnSpPr>
            <a:stCxn id="59" idx="5"/>
            <a:endCxn id="58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F959AE1-44E1-5D02-31D5-C7640655A33A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30F86AC-D824-75A8-38BF-1BDD983D61BF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5242472" y="2495691"/>
            <a:ext cx="884622" cy="486182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E94D7E8-5D34-3EC6-83B9-7B8661A3AE7E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1040303" cy="516104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608BD4BF-6920-3FC7-C03F-79B6CBACFE61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90B8A190-A376-AD0B-89B3-3D30B9B1E72F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590EDB20-220C-E87B-40C4-68337E5678C7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AC28B86-D4B1-50DE-036F-375A488B013F}"/>
              </a:ext>
            </a:extLst>
          </p:cNvPr>
          <p:cNvCxnSpPr>
            <a:cxnSpLocks/>
          </p:cNvCxnSpPr>
          <p:nvPr/>
        </p:nvCxnSpPr>
        <p:spPr>
          <a:xfrm flipV="1">
            <a:off x="5138790" y="2337238"/>
            <a:ext cx="130942" cy="240862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23F14EBD-3D2B-DEBF-9858-3371F12FEA14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A40460A-2A9D-CA01-1F87-FCE62D4843FC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3C35A4F-91DE-B45C-BDB4-9B1C71F4B2AF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170830A5-5208-32F5-1D5A-98D5F9A1F2A5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E2E40B9-B506-1455-DCEE-2C06899E803C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F5D21CB6-EDF7-A90C-01E6-5BF4C6942F64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</p:spTree>
    <p:extLst>
      <p:ext uri="{BB962C8B-B14F-4D97-AF65-F5344CB8AC3E}">
        <p14:creationId xmlns:p14="http://schemas.microsoft.com/office/powerpoint/2010/main" val="1015737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D13A-2B1E-7DD6-3691-4CCCD576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8E9E3A-421D-C0F4-6D50-CB2F88E4CB6B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9054FA-B5B4-3043-3073-5375D554E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99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99339-725E-31AF-FF52-1149EF9FA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995E8C-DF81-879B-7B9E-ABAF9D0845E2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3733F5-1766-162C-CD98-8A14939A5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32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4C3C-45BB-F4CE-C8CE-DE99EFC6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0FA7AB-AFDF-A6D0-41FD-94EDD259614B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9CAEED-A4D8-9336-6DBC-9080207FB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36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38C4-4F59-6850-8709-D97220FB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7E67EE-F67F-954F-E8A0-C103424F1730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8FABF2-3BB4-2D32-162B-799B1491D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52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5B21-AE40-73D2-0B3A-5CFCC2F2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A9FA93-D483-63A6-C4AD-FE9FF3844CB8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142375-AECC-5952-0A2E-EBAF21852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75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A01F1-7B8E-AE52-5686-4E060ED8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D9E1C2-3503-3F58-A543-E2788FFF2516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DBB93E-F57E-23EF-97A7-BAC4C8B97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71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1F97-559E-E0E5-11EC-891C31E3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4D31280A-B3CE-C7DE-CD90-966610EF36D7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0C2A3064-9FB5-FECF-1429-AA045CA2748E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69075D6D-0EDD-0A4D-39E3-3E62015AAD1A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414C20F7-31C8-2DD9-5C7B-0B694EF3C513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EAF03FF8-CDA8-302E-F536-C33D63C7DBC7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58FE1CEB-FF7B-A5D2-D3F3-0924ABBDC12B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C6E027D-BDFE-EA06-3398-0B9CEE674C18}"/>
              </a:ext>
            </a:extLst>
          </p:cNvPr>
          <p:cNvCxnSpPr>
            <a:cxnSpLocks/>
            <a:stCxn id="10" idx="7"/>
            <a:endCxn id="16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0CE99BBC-C2B1-3C48-2AB2-24C36EC91D4F}"/>
              </a:ext>
            </a:extLst>
          </p:cNvPr>
          <p:cNvCxnSpPr>
            <a:cxnSpLocks/>
            <a:stCxn id="16" idx="0"/>
            <a:endCxn id="10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99D656B-3B2A-D702-1DB0-87302C405D78}"/>
              </a:ext>
            </a:extLst>
          </p:cNvPr>
          <p:cNvCxnSpPr>
            <a:cxnSpLocks/>
            <a:stCxn id="12" idx="3"/>
            <a:endCxn id="14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F28EF13C-6B37-6CCC-6A63-2830DA5C10AA}"/>
              </a:ext>
            </a:extLst>
          </p:cNvPr>
          <p:cNvCxnSpPr>
            <a:stCxn id="14" idx="5"/>
            <a:endCxn id="12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0E32E7B-EFA7-6B77-A9B5-B74BC5E689F7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464DC4E-F01F-E926-ED8C-33EA192A2B3F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067300" y="2425700"/>
            <a:ext cx="1059794" cy="556173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000206D-68FA-20A5-731B-E4F583608825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869399" cy="471717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A40B8B5-B0F0-B736-B0B8-945EECB84182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1863433-061C-FF51-8F10-CD8E0906B4F2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FEF85D9-23C8-7177-6D6E-64FEA29C2E37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EE29761-60ED-8FE3-5B0C-DA7A72D86478}"/>
              </a:ext>
            </a:extLst>
          </p:cNvPr>
          <p:cNvCxnSpPr>
            <a:cxnSpLocks/>
          </p:cNvCxnSpPr>
          <p:nvPr/>
        </p:nvCxnSpPr>
        <p:spPr>
          <a:xfrm flipV="1">
            <a:off x="6198146" y="3892224"/>
            <a:ext cx="117584" cy="232868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AE803A4E-98BA-77CC-8ACB-4160289842BE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35F8D39-C225-814E-5697-3B95A772C646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B40634-0C30-FE8F-0240-08CDA6D1A77D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56535F0-EA3D-D5B0-BEA7-780F95417965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</p:spTree>
    <p:extLst>
      <p:ext uri="{BB962C8B-B14F-4D97-AF65-F5344CB8AC3E}">
        <p14:creationId xmlns:p14="http://schemas.microsoft.com/office/powerpoint/2010/main" val="1803725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5420-815E-2CD7-E3DD-921443C1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9A6786-AFBB-DC04-4FB8-72AD853559ED}"/>
              </a:ext>
            </a:extLst>
          </p:cNvPr>
          <p:cNvSpPr txBox="1"/>
          <p:nvPr/>
        </p:nvSpPr>
        <p:spPr>
          <a:xfrm>
            <a:off x="4820207" y="147145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sp>
        <p:nvSpPr>
          <p:cNvPr id="53" name="流程图: 接点 52">
            <a:extLst>
              <a:ext uri="{FF2B5EF4-FFF2-40B4-BE49-F238E27FC236}">
                <a16:creationId xmlns:a16="http://schemas.microsoft.com/office/drawing/2014/main" id="{3DFF242A-9BF4-2DD7-F1E8-AED089A601F3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4" name="流程图: 接点 53">
            <a:extLst>
              <a:ext uri="{FF2B5EF4-FFF2-40B4-BE49-F238E27FC236}">
                <a16:creationId xmlns:a16="http://schemas.microsoft.com/office/drawing/2014/main" id="{954FF457-BAC3-6F2B-9D94-EB57ACC4C869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206E72B8-A19B-202B-8B81-02848FE9B497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968E0E95-83F1-22D2-0999-394916954A36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6C84C3C9-5F57-15C7-B05E-1F8CCEE24C2C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45C3EDC4-FB5D-14E1-AFAD-DAC0FAC88EB8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8756A37-4A99-F3B0-9E10-7588E55DC84A}"/>
              </a:ext>
            </a:extLst>
          </p:cNvPr>
          <p:cNvCxnSpPr>
            <a:cxnSpLocks/>
            <a:stCxn id="55" idx="7"/>
            <a:endCxn id="58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0E6C7283-6075-7008-F1F2-FEC4561D4C44}"/>
              </a:ext>
            </a:extLst>
          </p:cNvPr>
          <p:cNvCxnSpPr>
            <a:cxnSpLocks/>
            <a:stCxn id="58" idx="0"/>
            <a:endCxn id="55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FACF3C0-92D5-2784-A9CB-F355B035135A}"/>
              </a:ext>
            </a:extLst>
          </p:cNvPr>
          <p:cNvCxnSpPr>
            <a:cxnSpLocks/>
            <a:stCxn id="56" idx="3"/>
            <a:endCxn id="57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75C71FBC-85D8-4AFE-E849-BAEBB5244598}"/>
              </a:ext>
            </a:extLst>
          </p:cNvPr>
          <p:cNvCxnSpPr>
            <a:stCxn id="57" idx="5"/>
            <a:endCxn id="56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1A6CF87D-A014-0DDC-4A14-E4E406DCBFD4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EEFC20B-9BE4-1466-B8D3-B27834776DC8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5067300" y="2425700"/>
            <a:ext cx="1059794" cy="556173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210BB3B-8882-B685-A69F-975EB5CAA722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869399" cy="471717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F5518CD-1668-06C4-37AB-584F779B7721}"/>
              </a:ext>
            </a:extLst>
          </p:cNvPr>
          <p:cNvCxnSpPr>
            <a:cxnSpLocks/>
          </p:cNvCxnSpPr>
          <p:nvPr/>
        </p:nvCxnSpPr>
        <p:spPr>
          <a:xfrm flipH="1">
            <a:off x="6731875" y="3234559"/>
            <a:ext cx="69893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7A52BA9-0EBF-DFF7-36AC-240C25D0DB74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1C6552E-45EE-F275-8F63-C9F9F811CA2D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C0E9FC5E-3F81-8CAD-BBE1-818EE17BBABA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BEB73AED-3203-3D9B-A0BF-0E76FAD81676}"/>
              </a:ext>
            </a:extLst>
          </p:cNvPr>
          <p:cNvCxnSpPr>
            <a:cxnSpLocks/>
          </p:cNvCxnSpPr>
          <p:nvPr/>
        </p:nvCxnSpPr>
        <p:spPr>
          <a:xfrm flipV="1">
            <a:off x="6198146" y="3892224"/>
            <a:ext cx="117584" cy="232868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38DC3B22-4E74-7507-60B0-B80944ACA69C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11F3FCC-0A3E-3331-D7F6-25524C9661EF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CB1379F-72F1-73B0-FE26-48F4BE861892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04D960F-B182-91A2-D125-719D2485CEF6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C45EE24-B3DA-B7DC-72E3-129751AF6FE2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2DBAEF5-A5C6-6C13-965F-3DB78C011821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</p:spTree>
    <p:extLst>
      <p:ext uri="{BB962C8B-B14F-4D97-AF65-F5344CB8AC3E}">
        <p14:creationId xmlns:p14="http://schemas.microsoft.com/office/powerpoint/2010/main" val="2233154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5F3F-E885-5317-1670-AB641A06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8FEB5E-2BDD-72D5-4A2C-616BF2131236}"/>
              </a:ext>
            </a:extLst>
          </p:cNvPr>
          <p:cNvSpPr txBox="1"/>
          <p:nvPr/>
        </p:nvSpPr>
        <p:spPr>
          <a:xfrm>
            <a:off x="4820207" y="14714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sp>
        <p:nvSpPr>
          <p:cNvPr id="53" name="流程图: 接点 52">
            <a:extLst>
              <a:ext uri="{FF2B5EF4-FFF2-40B4-BE49-F238E27FC236}">
                <a16:creationId xmlns:a16="http://schemas.microsoft.com/office/drawing/2014/main" id="{0D841EB2-9828-E553-F815-CCDD340D4FB9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54" name="流程图: 接点 53">
            <a:extLst>
              <a:ext uri="{FF2B5EF4-FFF2-40B4-BE49-F238E27FC236}">
                <a16:creationId xmlns:a16="http://schemas.microsoft.com/office/drawing/2014/main" id="{48726FAF-1D8A-A130-4580-7EB89A08386C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8F2F1064-9226-2DB1-F4ED-AB99077D09E4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C6940CCC-18A5-B26A-0EC1-C4E48B6F3B4C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6304BEF1-063C-99F5-09CF-25EB9D02B276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C1000DC0-A3A0-0214-8EC4-5C964717E727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6C901AB-DA7D-5322-FDE2-F18FAB519F72}"/>
              </a:ext>
            </a:extLst>
          </p:cNvPr>
          <p:cNvCxnSpPr>
            <a:cxnSpLocks/>
            <a:stCxn id="55" idx="7"/>
            <a:endCxn id="58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A31D2C3C-F2CD-30E1-1C74-F53FA8B34BD3}"/>
              </a:ext>
            </a:extLst>
          </p:cNvPr>
          <p:cNvCxnSpPr>
            <a:cxnSpLocks/>
            <a:stCxn id="58" idx="0"/>
            <a:endCxn id="55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452F836-F44B-5A04-6AD1-1D8A13CEE55E}"/>
              </a:ext>
            </a:extLst>
          </p:cNvPr>
          <p:cNvCxnSpPr>
            <a:cxnSpLocks/>
            <a:stCxn id="56" idx="3"/>
            <a:endCxn id="57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4646F1BB-A479-C4E2-39E7-2AE5503F72E1}"/>
              </a:ext>
            </a:extLst>
          </p:cNvPr>
          <p:cNvCxnSpPr>
            <a:stCxn id="57" idx="5"/>
            <a:endCxn id="56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DA05289-312F-87B8-A01F-F1123075D4DE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9D45A1A-5E55-E788-CD99-5E9BF7981713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5067300" y="2425700"/>
            <a:ext cx="1059794" cy="556173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5DA1223-0FFD-BFF0-592D-E9EF405945C0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869399" cy="471717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1967142-AF70-468E-F41B-4D4DC5E3F849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AD19ED4-001F-62AF-31AE-D14330047F1E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8A4A192-482F-5F63-DD59-7A9B0C422839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9AF5F4E-6FA5-6378-BADD-E92699825CA1}"/>
              </a:ext>
            </a:extLst>
          </p:cNvPr>
          <p:cNvCxnSpPr>
            <a:cxnSpLocks/>
          </p:cNvCxnSpPr>
          <p:nvPr/>
        </p:nvCxnSpPr>
        <p:spPr>
          <a:xfrm flipV="1">
            <a:off x="6198146" y="3892224"/>
            <a:ext cx="117584" cy="232868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44FFC4CC-153E-49EE-17B9-0CA7D4FE745D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6E5533C-3C65-9D94-9BA2-DCB39DFFDBFC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73D23FD-1473-5FDA-D54E-9EA17137118C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F405D9D-6982-71C5-0867-165FD58E89B6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D158989-A532-DCC1-E506-FC76F21EB4A8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27EB215-9560-EB3F-42D3-4B5A6FB69C60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</p:spTree>
    <p:extLst>
      <p:ext uri="{BB962C8B-B14F-4D97-AF65-F5344CB8AC3E}">
        <p14:creationId xmlns:p14="http://schemas.microsoft.com/office/powerpoint/2010/main" val="1239718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F8558-3D83-8B2F-AE1B-58E5711C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1B9D24-E4B1-61C4-6695-C0C0AD59D825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8AF8F5-098A-8104-4A7D-2E987EB7B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86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717F-C192-0988-81B0-3CB726AB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E13221-5735-5BDB-DEA1-D26509198975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FD856D-F380-4B6C-4A0B-EA7E51269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03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AA64B-3E83-E578-11D3-96421A58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5E6BCE9-3357-A3E5-8F8B-A986F9FB40CF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B95EE4-2F3A-4452-E0FF-9A4F7B487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68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753B-85DB-5BF8-2853-6F8D943E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EF1E5F0-43BA-99B7-D9E1-DF16DC167A52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5588FF-AC86-8557-BD03-9BBDF0F1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87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561E-099F-874F-A363-944E4693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2A7A07-F38F-77F5-10D6-2A9D9F281B7F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4F43D0-2100-6E41-A61B-CB6E8CB69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95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1633-FE57-AF38-C232-EDD5999D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5F571F-18E9-B32F-9C28-061598C43E19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B40EAD9-72D6-1291-55AA-FB72DD53A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27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B458-DD72-4A48-50B0-0BB77FBA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34855EDF-FD0A-7C3F-8F8F-C9C6BB3242C1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1B7A8F34-4AAD-E389-44AB-6A4706360CAD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B2A9F76A-DDF9-7010-F154-096951A38D9C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A0372640-DBA3-4F02-6695-0BBD78CD504B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1E3AC6C5-0FEB-3F24-7575-005097737312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115ACE1E-B817-3CEF-D544-2C78E68624A9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6FD25C0-443F-E829-0190-4A4ABB8F4FEA}"/>
              </a:ext>
            </a:extLst>
          </p:cNvPr>
          <p:cNvCxnSpPr>
            <a:cxnSpLocks/>
            <a:stCxn id="10" idx="7"/>
            <a:endCxn id="16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8BC281C2-F213-BB61-0861-8182E18C36A6}"/>
              </a:ext>
            </a:extLst>
          </p:cNvPr>
          <p:cNvCxnSpPr>
            <a:cxnSpLocks/>
            <a:stCxn id="16" idx="0"/>
            <a:endCxn id="10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275B837-84CD-4C75-9C86-E9446C6DB664}"/>
              </a:ext>
            </a:extLst>
          </p:cNvPr>
          <p:cNvCxnSpPr>
            <a:cxnSpLocks/>
            <a:stCxn id="12" idx="3"/>
            <a:endCxn id="14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BCC79E84-14DF-D395-1D07-C12A336C3AC8}"/>
              </a:ext>
            </a:extLst>
          </p:cNvPr>
          <p:cNvCxnSpPr>
            <a:cxnSpLocks/>
            <a:stCxn id="14" idx="5"/>
            <a:endCxn id="12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6AF86AE-A351-5693-A645-5A11C421E9A7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99CF8D3-6160-4C21-C1FE-299F4FDD4E4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067300" y="2425700"/>
            <a:ext cx="1059794" cy="556173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7E2AAAA-4585-3AF4-5915-405E0D66AB77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1065703" cy="509754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024D6D6-DDCC-75B6-9BDB-01D2EB4B2356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C41AFDF-48AF-24A8-E549-8244317A607A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BD2EB16-A59F-DBB5-6F7D-17BBB993EDED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CE4ADFA-8A70-F868-0423-6C533054B979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5E7E7F-D6C1-9970-B062-BC8B8CCC0579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B3933AB-947C-F25A-6FC7-2236897DC071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06CFDD9-69E1-8A4A-93CD-EA2F0DB657F7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</p:spTree>
    <p:extLst>
      <p:ext uri="{BB962C8B-B14F-4D97-AF65-F5344CB8AC3E}">
        <p14:creationId xmlns:p14="http://schemas.microsoft.com/office/powerpoint/2010/main" val="3966896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ECEA-52EB-ED8E-87D6-C7A5F5A9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58C517-B3B2-7A78-933F-4548A92B8445}"/>
              </a:ext>
            </a:extLst>
          </p:cNvPr>
          <p:cNvSpPr txBox="1"/>
          <p:nvPr/>
        </p:nvSpPr>
        <p:spPr>
          <a:xfrm>
            <a:off x="4820207" y="147145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34D84C09-0E96-AD47-56AC-1172CA48436A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7BCACCC6-6BB3-9DC8-8E91-D5FD1620DA53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96761EDB-A73E-BC40-9DBD-61A0CBA0DE8E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D9DBC8EB-375C-2371-295B-E694448CE8F5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28C79310-010C-C54F-4D87-829B24BCA713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2E651304-5CE6-8F41-A2AD-6B6E2BB03241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BB4142-9F3D-8DDA-EF7B-CE1D22459E0B}"/>
              </a:ext>
            </a:extLst>
          </p:cNvPr>
          <p:cNvCxnSpPr>
            <a:cxnSpLocks/>
            <a:stCxn id="12" idx="7"/>
            <a:endCxn id="17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C5BE81CE-7290-74CA-2097-A6AC8E230A58}"/>
              </a:ext>
            </a:extLst>
          </p:cNvPr>
          <p:cNvCxnSpPr>
            <a:cxnSpLocks/>
            <a:stCxn id="17" idx="0"/>
            <a:endCxn id="12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5807C78-685F-2A9B-6061-2CEFC374AD56}"/>
              </a:ext>
            </a:extLst>
          </p:cNvPr>
          <p:cNvCxnSpPr>
            <a:cxnSpLocks/>
            <a:stCxn id="14" idx="3"/>
            <a:endCxn id="16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7AF24AA6-3638-A696-9C8E-C8D9D1B20AC6}"/>
              </a:ext>
            </a:extLst>
          </p:cNvPr>
          <p:cNvCxnSpPr>
            <a:cxnSpLocks/>
            <a:stCxn id="16" idx="5"/>
            <a:endCxn id="14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D40FDC5-1ED3-E9E2-5A9E-924AB1B77C17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F56E909-D673-0980-F8AE-F1A0EACD6B36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067300" y="2425700"/>
            <a:ext cx="1059794" cy="556173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545BDED-17FC-8DE6-52C6-9C24D2D2CA61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1065703" cy="509754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D28C76-5B63-69F1-A164-C57D7C657354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B668855-12DF-04C5-E74D-CB695D6B9949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9F92C7D-9342-8D7C-D50F-F2036719446A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294E362A-38E5-E383-914A-89FE8A8AE85C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6E6800-643E-9A11-2696-396A2BB14C1A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31B0AB-63CB-7FB7-D0C5-697EAF4A4124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390E07-338B-F489-1F35-69FF94E84DCF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FE0FBA-92D9-605D-31A0-A044EF5F04E8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08FDA36-DB73-C0A2-359F-93514816F002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</p:spTree>
    <p:extLst>
      <p:ext uri="{BB962C8B-B14F-4D97-AF65-F5344CB8AC3E}">
        <p14:creationId xmlns:p14="http://schemas.microsoft.com/office/powerpoint/2010/main" val="253303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81C9-D210-C312-14F3-98EFAB72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219DA9-A585-53EB-49D4-0308EDBB22B8}"/>
              </a:ext>
            </a:extLst>
          </p:cNvPr>
          <p:cNvSpPr txBox="1"/>
          <p:nvPr/>
        </p:nvSpPr>
        <p:spPr>
          <a:xfrm>
            <a:off x="4820207" y="14714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  <a:r>
              <a:rPr lang="en-US" altLang="zh-CN" dirty="0"/>
              <a:t>-</a:t>
            </a:r>
            <a:r>
              <a:rPr lang="zh-CN" altLang="en-US" dirty="0"/>
              <a:t>最稳定的欺骗结构</a:t>
            </a:r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E823FF70-69E6-8F21-F7D0-DBB3CFCFA00F}"/>
              </a:ext>
            </a:extLst>
          </p:cNvPr>
          <p:cNvSpPr/>
          <p:nvPr/>
        </p:nvSpPr>
        <p:spPr>
          <a:xfrm>
            <a:off x="4734910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FA386778-6CA9-8CC3-3AA3-37B033AF44F3}"/>
              </a:ext>
            </a:extLst>
          </p:cNvPr>
          <p:cNvSpPr/>
          <p:nvPr/>
        </p:nvSpPr>
        <p:spPr>
          <a:xfrm>
            <a:off x="6022428" y="2877207"/>
            <a:ext cx="714704" cy="7147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A2</a:t>
            </a:r>
            <a:endParaRPr lang="zh-CN" altLang="en-US" dirty="0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92C1A457-7C7F-9BE7-E6A3-F8441192E37F}"/>
              </a:ext>
            </a:extLst>
          </p:cNvPr>
          <p:cNvSpPr/>
          <p:nvPr/>
        </p:nvSpPr>
        <p:spPr>
          <a:xfrm>
            <a:off x="345790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450AE55B-ED3D-3210-D121-5B348BCA4B6D}"/>
              </a:ext>
            </a:extLst>
          </p:cNvPr>
          <p:cNvSpPr/>
          <p:nvPr/>
        </p:nvSpPr>
        <p:spPr>
          <a:xfrm>
            <a:off x="7430813" y="2877207"/>
            <a:ext cx="714704" cy="71470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N2</a:t>
            </a:r>
            <a:endParaRPr lang="zh-CN" altLang="en-US" dirty="0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74EA1F5C-7F4F-D923-967E-459914BB3602}"/>
              </a:ext>
            </a:extLst>
          </p:cNvPr>
          <p:cNvSpPr/>
          <p:nvPr/>
        </p:nvSpPr>
        <p:spPr>
          <a:xfrm>
            <a:off x="5381296" y="4146332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522D3FC0-FEC5-4963-F1D3-05E1713DC257}"/>
              </a:ext>
            </a:extLst>
          </p:cNvPr>
          <p:cNvSpPr/>
          <p:nvPr/>
        </p:nvSpPr>
        <p:spPr>
          <a:xfrm>
            <a:off x="5381296" y="1885293"/>
            <a:ext cx="714704" cy="71470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85A5974-3485-7F06-7A40-DB6F3B6AAC39}"/>
              </a:ext>
            </a:extLst>
          </p:cNvPr>
          <p:cNvCxnSpPr>
            <a:cxnSpLocks/>
            <a:stCxn id="12" idx="7"/>
            <a:endCxn id="17" idx="2"/>
          </p:cNvCxnSpPr>
          <p:nvPr/>
        </p:nvCxnSpPr>
        <p:spPr>
          <a:xfrm flipV="1">
            <a:off x="4067941" y="2242645"/>
            <a:ext cx="1313355" cy="73922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822CB2F4-3415-CB79-D3E6-7C4297AEFC71}"/>
              </a:ext>
            </a:extLst>
          </p:cNvPr>
          <p:cNvCxnSpPr>
            <a:cxnSpLocks/>
            <a:stCxn id="17" idx="0"/>
            <a:endCxn id="12" idx="0"/>
          </p:cNvCxnSpPr>
          <p:nvPr/>
        </p:nvCxnSpPr>
        <p:spPr>
          <a:xfrm rot="16200000" flipH="1" flipV="1">
            <a:off x="4280995" y="1419553"/>
            <a:ext cx="991914" cy="1923393"/>
          </a:xfrm>
          <a:prstGeom prst="bentConnector3">
            <a:avLst>
              <a:gd name="adj1" fmla="val -23046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8418F80-72B5-3207-4E4A-D6687C07D269}"/>
              </a:ext>
            </a:extLst>
          </p:cNvPr>
          <p:cNvCxnSpPr>
            <a:cxnSpLocks/>
            <a:stCxn id="14" idx="3"/>
            <a:endCxn id="16" idx="7"/>
          </p:cNvCxnSpPr>
          <p:nvPr/>
        </p:nvCxnSpPr>
        <p:spPr>
          <a:xfrm flipH="1">
            <a:off x="5991334" y="3487245"/>
            <a:ext cx="1544145" cy="763753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6500E80-AF9E-AD46-B2B8-3CAA61203746}"/>
              </a:ext>
            </a:extLst>
          </p:cNvPr>
          <p:cNvCxnSpPr>
            <a:cxnSpLocks/>
            <a:stCxn id="16" idx="5"/>
            <a:endCxn id="14" idx="4"/>
          </p:cNvCxnSpPr>
          <p:nvPr/>
        </p:nvCxnSpPr>
        <p:spPr>
          <a:xfrm rot="5400000" flipH="1" flipV="1">
            <a:off x="6307519" y="3275725"/>
            <a:ext cx="1164459" cy="1796831"/>
          </a:xfrm>
          <a:prstGeom prst="bentConnector3">
            <a:avLst>
              <a:gd name="adj1" fmla="val -28620"/>
            </a:avLst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F1985C2-7DA3-E358-FD07-18E7345FF469}"/>
              </a:ext>
            </a:extLst>
          </p:cNvPr>
          <p:cNvCxnSpPr>
            <a:cxnSpLocks/>
          </p:cNvCxnSpPr>
          <p:nvPr/>
        </p:nvCxnSpPr>
        <p:spPr>
          <a:xfrm flipV="1">
            <a:off x="4866288" y="2599997"/>
            <a:ext cx="118462" cy="348591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5B95062-BA7F-822E-0506-994B2FA6191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067300" y="2425700"/>
            <a:ext cx="1059794" cy="556173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C52CA61-D4BF-09F1-5B72-457B3EFF854F}"/>
              </a:ext>
            </a:extLst>
          </p:cNvPr>
          <p:cNvCxnSpPr>
            <a:cxnSpLocks/>
          </p:cNvCxnSpPr>
          <p:nvPr/>
        </p:nvCxnSpPr>
        <p:spPr>
          <a:xfrm>
            <a:off x="5328747" y="3497096"/>
            <a:ext cx="1065703" cy="509754"/>
          </a:xfrm>
          <a:prstGeom prst="straightConnector1">
            <a:avLst/>
          </a:prstGeom>
          <a:ln w="25400" cap="flat" cmpd="sng" algn="ctr">
            <a:solidFill>
              <a:schemeClr val="accent2">
                <a:lumMod val="50000"/>
              </a:schemeClr>
            </a:solidFill>
            <a:prstDash val="lg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83E92BE-3C1E-DB71-F6E6-AD1B03F3E153}"/>
              </a:ext>
            </a:extLst>
          </p:cNvPr>
          <p:cNvCxnSpPr/>
          <p:nvPr/>
        </p:nvCxnSpPr>
        <p:spPr>
          <a:xfrm>
            <a:off x="3643805" y="2877207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4F18D56-0AEC-8EBC-18A0-4295D76278F7}"/>
              </a:ext>
            </a:extLst>
          </p:cNvPr>
          <p:cNvCxnSpPr/>
          <p:nvPr/>
        </p:nvCxnSpPr>
        <p:spPr>
          <a:xfrm>
            <a:off x="7616714" y="3605268"/>
            <a:ext cx="3429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8BEA3EC-3009-676E-9E46-DE1EFFBE3FCF}"/>
              </a:ext>
            </a:extLst>
          </p:cNvPr>
          <p:cNvCxnSpPr>
            <a:cxnSpLocks/>
          </p:cNvCxnSpPr>
          <p:nvPr/>
        </p:nvCxnSpPr>
        <p:spPr>
          <a:xfrm>
            <a:off x="4829940" y="2545912"/>
            <a:ext cx="283342" cy="10817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2257698-35D6-9A60-91F9-B5972FFDB57E}"/>
              </a:ext>
            </a:extLst>
          </p:cNvPr>
          <p:cNvSpPr/>
          <p:nvPr/>
        </p:nvSpPr>
        <p:spPr>
          <a:xfrm>
            <a:off x="622300" y="1562100"/>
            <a:ext cx="311150" cy="3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7C1F3E-27B4-CDBF-15E5-D70942D8E91C}"/>
              </a:ext>
            </a:extLst>
          </p:cNvPr>
          <p:cNvSpPr/>
          <p:nvPr/>
        </p:nvSpPr>
        <p:spPr>
          <a:xfrm>
            <a:off x="622300" y="2175642"/>
            <a:ext cx="311150" cy="3231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FAE614F-991D-D0B9-3A64-168A407969EC}"/>
              </a:ext>
            </a:extLst>
          </p:cNvPr>
          <p:cNvSpPr txBox="1"/>
          <p:nvPr/>
        </p:nvSpPr>
        <p:spPr>
          <a:xfrm>
            <a:off x="996950" y="1539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固有关系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EBCDC07-F4CB-584A-C672-E8D0F8DEA177}"/>
              </a:ext>
            </a:extLst>
          </p:cNvPr>
          <p:cNvSpPr txBox="1"/>
          <p:nvPr/>
        </p:nvSpPr>
        <p:spPr>
          <a:xfrm>
            <a:off x="996950" y="21525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假设关系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7A722E-4C61-E275-D2D2-29DDC9B3E2B9}"/>
              </a:ext>
            </a:extLst>
          </p:cNvPr>
          <p:cNvSpPr/>
          <p:nvPr/>
        </p:nvSpPr>
        <p:spPr>
          <a:xfrm>
            <a:off x="622300" y="2767646"/>
            <a:ext cx="311150" cy="323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2F27114-9972-ACB4-2505-06ADDB8E7B8A}"/>
              </a:ext>
            </a:extLst>
          </p:cNvPr>
          <p:cNvSpPr txBox="1"/>
          <p:nvPr/>
        </p:nvSpPr>
        <p:spPr>
          <a:xfrm>
            <a:off x="989490" y="2758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生产关系</a:t>
            </a:r>
          </a:p>
        </p:txBody>
      </p:sp>
    </p:spTree>
    <p:extLst>
      <p:ext uri="{BB962C8B-B14F-4D97-AF65-F5344CB8AC3E}">
        <p14:creationId xmlns:p14="http://schemas.microsoft.com/office/powerpoint/2010/main" val="1162406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2700-A88B-771C-1FB6-28EA5BFD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017305-C206-DFA9-AB51-743F81F2138B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9D259B-2738-2966-B0AC-CA2B88586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30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876B7-FD76-4628-635B-36253384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DE82DD-C71E-43C1-05C6-F3777E72A1C4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E1D251-37F6-45F7-7D5C-9972FA6FD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2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71DD-4962-25F6-546E-9A408134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371C07-CEA3-FB14-FE10-3FB46E13C9A4}"/>
              </a:ext>
            </a:extLst>
          </p:cNvPr>
          <p:cNvSpPr txBox="1"/>
          <p:nvPr/>
        </p:nvSpPr>
        <p:spPr>
          <a:xfrm>
            <a:off x="5542001" y="22860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不考虑迟滞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8E9DDA-8BB9-E358-F9ED-6F8F1A211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98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7B51-0189-E42D-22C8-DDADE3C2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CB53E4-AAB1-180A-0FA9-BB779F17E74B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108B1D-64B6-A69B-9D04-F6DBDDB97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01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93F8-8F7B-A730-E0E9-F40AD4B1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C6AE1DA-DC09-7E6C-1C3B-4D98C7C85E23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13671F-B60C-9AFE-31EE-24D183BFF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42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C73C3-D7A0-6344-3FED-3DB0AA4F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45DFBD8-EED1-DC19-6C83-C450E476F890}"/>
              </a:ext>
            </a:extLst>
          </p:cNvPr>
          <p:cNvSpPr txBox="1"/>
          <p:nvPr/>
        </p:nvSpPr>
        <p:spPr>
          <a:xfrm>
            <a:off x="5542001" y="228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考虑迟滞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825B37-C623-F335-DC99-6ECCEBB13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32" y="1147567"/>
            <a:ext cx="9386335" cy="45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1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</TotalTime>
  <Words>502</Words>
  <Application>Microsoft Office PowerPoint</Application>
  <PresentationFormat>宽屏</PresentationFormat>
  <Paragraphs>248</Paragraphs>
  <Slides>44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洁瑞 娄</dc:creator>
  <cp:lastModifiedBy>洁瑞 娄</cp:lastModifiedBy>
  <cp:revision>13</cp:revision>
  <dcterms:created xsi:type="dcterms:W3CDTF">2026-05-12T08:14:24Z</dcterms:created>
  <dcterms:modified xsi:type="dcterms:W3CDTF">2026-05-15T08:30:44Z</dcterms:modified>
</cp:coreProperties>
</file>