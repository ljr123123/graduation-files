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7" r:id="rId3"/>
    <p:sldId id="280" r:id="rId4"/>
    <p:sldId id="276" r:id="rId5"/>
    <p:sldId id="278" r:id="rId6"/>
    <p:sldId id="279" r:id="rId7"/>
    <p:sldId id="282" r:id="rId8"/>
    <p:sldId id="283" r:id="rId9"/>
    <p:sldId id="284" r:id="rId10"/>
    <p:sldId id="28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6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4FF32-06EB-8D59-C5BA-F12FE0292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EAC86C2-07AE-C80A-8975-2FBDD5D48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F4F33-9C1B-E026-74AF-5C4DC5A6D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8B6F79-B2AD-DD5D-538C-12FA12E7E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0255A8-B0B4-389B-9827-BCECA7AD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91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DD6E8-1A5E-B048-3CB8-9E45EE3E7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00F140-89AB-D295-E195-6BB4B594C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9D1CC-8EE4-840C-89B9-4C7723D91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FFC973-4297-1591-5E64-7E4CB3B7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A85C76-1118-C0B3-7968-867272E4B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295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F7C56F-69BA-E2D7-29AA-8189893FB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40B2CA-4E42-B293-B035-3CA911028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874D8-3AD1-FC69-D9A4-7A33E8D6E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AC2023-993E-DE72-C5B9-9B39AAB40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90D958-5148-9EB0-7794-969508C1E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37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986C3E-B27B-4C1D-ACDA-99F85C3DC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AA8197-59A2-796A-4E69-E3B73BEB62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6F6087-2741-2E83-BBF4-AC52EA3DB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87A42E-6A2C-BEE1-734F-8BADBB584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3B28DD-00EC-9005-92CB-AFAB5816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04E7ED-D823-D121-1052-68E7E957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63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4C613-1EC4-5506-3E52-DB832028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F1CDDC-98BF-40B6-1D15-D1A268967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72AA57-C904-3389-9A6A-7BF0F606A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28171B6-9ED2-089F-8FA9-0D0A858589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0E19460-708B-C41B-E676-795A5A652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715713-EAEB-ABE3-FBF6-5FEC948E8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96E090C-C9A9-278B-8DC1-D82833CC2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D66015-A4D1-4E00-F024-783096439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25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7E310-ABA1-424B-D7F6-AB69673A9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CDC63E-C6DE-C560-38C4-D6F5EB7F2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CC543F-8689-EE8B-1640-E7C6058A3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2CA5AE-AB65-9DBF-FEFF-D950E6C3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267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A2881E-D929-F579-0FD5-D79A937F1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C88B523-37E8-381F-ACB7-2D00F8D3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67B3DE-EAB5-BD96-7AFC-A89EF5DF7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037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AA703-AFB6-6DC3-44AE-A9F1AD24F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9A51BF-BD23-CD87-EEC1-32CF613EE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07F123-7241-936C-AA6B-B04E2EC7A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506E74C-9B1E-473C-A605-E8B011D5F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C7C0B2-4369-1477-1E16-0B258068B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85399D-0A48-53FE-FD07-BD78FB025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16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12F7D-E1EB-BC97-D060-0A40C1370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3781FA0-A4CC-23D2-8D84-F83B7DD7D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818C9F-7236-56FF-28DD-9FCD5AB82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D4BD3F-390A-0BE6-E9F0-8971EF1D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F32030-916D-2AFC-1C71-77F4DAF4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325ED5-E964-4D7F-D0EB-9373FD4C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7617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40E78-D8D5-D540-D046-2921281D7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E4A2A3-ADC0-D1D9-5341-EDC10673C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25E3F1-B0B9-D46C-56D5-61535629F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D36935-59B7-0239-ED39-3A200E86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31BD5D-E117-33E8-F5DD-CECF4FF06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357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3E8537-F0AB-BAFF-8F2F-8B3ABB36CD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F65816-2460-1C2E-C077-8A9DBD21A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80E3CA-0854-BF81-54D8-07F901483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8AEDC-9A76-4F16-B788-62A12EB0E23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DCBF10-04AF-0AFB-D3B3-CE7969DA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433248-B4D0-7CB3-3943-147CADB59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538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C85182-C709-F920-F049-37AF4C939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D49BD8-6111-02DB-06C1-362CE47AD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BC26EF-CC2E-F74D-F629-1336799A6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8AEDC-9A76-4F16-B788-62A12EB0E235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823F7A-47DA-74AF-4727-0E21E107CF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D51AFB-C2ED-E921-27CF-B94BFABCB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334F1-3E3C-421E-B10B-6A95147B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148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68C74-4685-23C3-2684-92DC49D136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b="1" dirty="0"/>
              <a:t>群体感应系统中欺骗行为对人工合成菌群稳定性的影响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566467-79B5-B11D-1B28-80F5B63389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毕业设计组会进度汇报 娄洁瑞 </a:t>
            </a:r>
            <a:r>
              <a:rPr lang="en-US" altLang="zh-CN" dirty="0"/>
              <a:t>2026.02.10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8713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6050F-190E-D640-3B8E-4B849C9F2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9690E00-C6BC-A63A-2682-343D725F6879}"/>
              </a:ext>
            </a:extLst>
          </p:cNvPr>
          <p:cNvSpPr txBox="1"/>
          <p:nvPr/>
        </p:nvSpPr>
        <p:spPr>
          <a:xfrm>
            <a:off x="3048930" y="434227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本周完成的任务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6C0B32-9F6F-9933-248D-8425A5A729C3}"/>
              </a:ext>
            </a:extLst>
          </p:cNvPr>
          <p:cNvSpPr txBox="1"/>
          <p:nvPr/>
        </p:nvSpPr>
        <p:spPr>
          <a:xfrm>
            <a:off x="825063" y="1639614"/>
            <a:ext cx="43396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把邵学长的代码根据我的毕设内容重构了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阅读了</a:t>
            </a:r>
            <a:r>
              <a:rPr lang="en-US" altLang="zh-CN" dirty="0" err="1"/>
              <a:t>kevin</a:t>
            </a:r>
            <a:r>
              <a:rPr lang="en-US" altLang="zh-CN" dirty="0"/>
              <a:t> foster</a:t>
            </a:r>
            <a:r>
              <a:rPr lang="zh-CN" altLang="en-US" dirty="0"/>
              <a:t>的一篇论文</a:t>
            </a:r>
          </a:p>
        </p:txBody>
      </p:sp>
    </p:spTree>
    <p:extLst>
      <p:ext uri="{BB962C8B-B14F-4D97-AF65-F5344CB8AC3E}">
        <p14:creationId xmlns:p14="http://schemas.microsoft.com/office/powerpoint/2010/main" val="3672586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FF1B3-6DB8-9E2A-56A3-50A8F8068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51CA121-FAE5-BA2D-D513-321DCE62E0DD}"/>
              </a:ext>
            </a:extLst>
          </p:cNvPr>
          <p:cNvSpPr txBox="1"/>
          <p:nvPr/>
        </p:nvSpPr>
        <p:spPr>
          <a:xfrm>
            <a:off x="3048930" y="434227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代码重构的部分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C20969-6412-81C7-EEA0-39390F14B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972" y="1557509"/>
            <a:ext cx="661626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明确分离了“合作者”（生产信号分子）与“欺骗者”（仅响应信号）的类别定义与参数集。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重构了菌群生长、信号分子扩散与感知、以及群体感应反馈回路的逻辑模块。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增强了结果可视化模块的灵活性，便于输出不同变量的动态曲线。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4513D25-B9C2-0B84-AF00-7E3E38640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972" y="4523050"/>
            <a:ext cx="6421820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无欺骗者时，合作者菌群能否通过QS实现密度的协调增长。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引入固定比例欺骗者后，系统动态是否发生定性变化。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模型参数（如生长率、信号分子产生/降解速率等）的敏感性初步测试。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94AA74-425F-E138-0A1F-01353AB74F2B}"/>
              </a:ext>
            </a:extLst>
          </p:cNvPr>
          <p:cNvSpPr txBox="1"/>
          <p:nvPr/>
        </p:nvSpPr>
        <p:spPr>
          <a:xfrm>
            <a:off x="1061545" y="90029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代码重构</a:t>
            </a:r>
            <a:endParaRPr lang="en-US" altLang="zh-CN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E3C90A-08D5-B607-9A87-955F93EC6E25}"/>
              </a:ext>
            </a:extLst>
          </p:cNvPr>
          <p:cNvSpPr txBox="1"/>
          <p:nvPr/>
        </p:nvSpPr>
        <p:spPr>
          <a:xfrm>
            <a:off x="987972" y="400977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模型基础验证</a:t>
            </a:r>
          </a:p>
        </p:txBody>
      </p:sp>
    </p:spTree>
    <p:extLst>
      <p:ext uri="{BB962C8B-B14F-4D97-AF65-F5344CB8AC3E}">
        <p14:creationId xmlns:p14="http://schemas.microsoft.com/office/powerpoint/2010/main" val="82647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22633-32A6-B350-706C-BBDBAF072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8148F86-F70B-D91C-FA3A-A9D0F182A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481" y="730468"/>
            <a:ext cx="5096272" cy="498715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3A63E03-4884-A2B6-B799-07516E1961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47" y="1519294"/>
            <a:ext cx="540231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种群动态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：左上方图表显示了LuxI合作者、LuxR响应者与欺骗者三类菌群随时间的生长曲线，欺骗者种群凭借不生产公共物质的优势实现扩张。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信号机制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：右上方图表对应展示了群体感应信号分子（AHL）的积累浓度及系统的响应强度，其激活阈值由虚线明确标出。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比例演化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：下方图表量化了欺骗者在总菌群中占比的变化，其比例从初始约0.2持续上升至0.38左右，直观揭示了欺骗者利用公共资源的增长优势。</a:t>
            </a:r>
          </a:p>
        </p:txBody>
      </p:sp>
    </p:spTree>
    <p:extLst>
      <p:ext uri="{BB962C8B-B14F-4D97-AF65-F5344CB8AC3E}">
        <p14:creationId xmlns:p14="http://schemas.microsoft.com/office/powerpoint/2010/main" val="506970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ABB40-ABAD-1207-71FA-F20D69966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18F8164-3EDB-2EE7-D436-354394ABA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345" y="723242"/>
            <a:ext cx="5739028" cy="5136275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4DD286F5-5B9B-138B-30E6-1D4B751F3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8" y="1895807"/>
            <a:ext cx="588053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模拟设定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：本图通过数值模拟，分析了以不同初始欺骗者比例为起点的系统长期演化结果。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稳态密度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：图表展示了对应不同初始条件，系统达到平衡时合作者与欺骗者各自的稳态种群密度。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核心发现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：曲线清晰表明，初始欺骗者比例越高，合作者稳态密度越低，而欺骗者稳态密度越高。这揭示了存在一个导致合作系统崩溃的“临界比例”。</a:t>
            </a:r>
          </a:p>
        </p:txBody>
      </p:sp>
    </p:spTree>
    <p:extLst>
      <p:ext uri="{BB962C8B-B14F-4D97-AF65-F5344CB8AC3E}">
        <p14:creationId xmlns:p14="http://schemas.microsoft.com/office/powerpoint/2010/main" val="1334059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21FF0-BC57-74CD-CBBB-8265ED93D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83E4C0D-3263-1F82-7D62-7F4E65882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85496"/>
            <a:ext cx="5750974" cy="5087007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9AB0DA7-BF84-3775-334A-2FC3B51C9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351" y="1864729"/>
            <a:ext cx="575097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分析目的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：本柱状图通过灵敏度分析，量化了各模型参数对系统最终总规模（稳态菌群总量）的影响程度。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关键参数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：承载能力参数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的灵敏度指数最高（接近1.2），是决定总量的最关键因素；欺骗者生长率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rCh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也有中等影响。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次要参数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：合作者生长率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影响较小，其余参数（如信号分子产生率、降解率等）的灵敏度接近零，表明它们对总量影响甚微。</a:t>
            </a:r>
          </a:p>
        </p:txBody>
      </p:sp>
    </p:spTree>
    <p:extLst>
      <p:ext uri="{BB962C8B-B14F-4D97-AF65-F5344CB8AC3E}">
        <p14:creationId xmlns:p14="http://schemas.microsoft.com/office/powerpoint/2010/main" val="4288202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1536F-5D11-8D3A-E669-1E4377ACB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AC33BB2-24D7-BD9A-87C9-8743830901C5}"/>
              </a:ext>
            </a:extLst>
          </p:cNvPr>
          <p:cNvSpPr txBox="1"/>
          <p:nvPr/>
        </p:nvSpPr>
        <p:spPr>
          <a:xfrm>
            <a:off x="3048930" y="103151"/>
            <a:ext cx="6094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Competition, not cooperation, dominates interactions among culturable microbial species</a:t>
            </a:r>
          </a:p>
          <a:p>
            <a:pPr algn="ctr"/>
            <a:r>
              <a:rPr lang="zh-CN" altLang="en-US" b="1" dirty="0"/>
              <a:t>（竞争而非合作主导可培养微生物物种间的相互作用）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C82715-FA74-001F-9FA0-52D520073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2524" y="1614853"/>
            <a:ext cx="850812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收集细菌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：研究者从一个具体的自然环境（山毛榉树洞的雨水池）里，收集了很多种不同的细菌。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设计实验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：他们在实验室里模拟树洞的环境，然后进行“比赛”。他们让这些细菌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单独生活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（单培养）：测一下每种细菌自己能产生多少“生物量”（用呼吸产生的二氧化碳来测量，代表它们的生长和活力）。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俩俩配对生活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（两两混合）：把两种细菌放在一起培养，再测量它们总的“生物量”。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多人组团生活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（多物种混合）：把更多种（最多72种）细菌混在一起培养，同样测量总“生物量”。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设定标准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：他们设定了一个“及格线”。如果两种细菌混合后的总产量，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正好等于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它们单独生长时的产量之和，就说明它们“井水不犯河水”，没有相互作用。如果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高于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这个和，才算“互相帮助”（合作）。如果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低于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这个和，就说明它们在“互相竞争”。</a:t>
            </a:r>
          </a:p>
        </p:txBody>
      </p:sp>
    </p:spTree>
    <p:extLst>
      <p:ext uri="{BB962C8B-B14F-4D97-AF65-F5344CB8AC3E}">
        <p14:creationId xmlns:p14="http://schemas.microsoft.com/office/powerpoint/2010/main" val="1188515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3C531-F80A-1162-B05F-8EF080E11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C1BE8A7-2322-EE32-C11C-289E1001C7F8}"/>
              </a:ext>
            </a:extLst>
          </p:cNvPr>
          <p:cNvSpPr txBox="1"/>
          <p:nvPr/>
        </p:nvSpPr>
        <p:spPr>
          <a:xfrm>
            <a:off x="3048930" y="103151"/>
            <a:ext cx="6094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Competition, not cooperation, dominates interactions among culturable microbial species</a:t>
            </a:r>
          </a:p>
          <a:p>
            <a:pPr algn="ctr"/>
            <a:r>
              <a:rPr lang="zh-CN" altLang="en-US" b="1" dirty="0"/>
              <a:t>（竞争而非合作主导可培养微生物物种间的相互作用）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057800-7EFE-C397-756F-F122D0027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088" y="1671547"/>
            <a:ext cx="482425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在绝大多数情况下（超过90%），两种细菌放在一起后的总产量，低于它们单独生长时的产量之和。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这说明它们在一起时，主要是在竞争资源，相互抑制，导致大家都长得没原来好。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只有极少数情况（约6-10%）的总产量高于“及格线”，但超出幅度也很小。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真正的、能显著促进双方生长的“强强联合”案例非常罕见。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当把更多种细菌混在一起时，竞争效应更加明显。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 物种越多，总的生长量距离“互不影响”的理想值差得越远，完全没有出现“三个臭皮匠顶个诸葛亮”那种积极的协同效应。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847BC1-0D95-70D5-9F84-6C707249F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732" y="1585925"/>
            <a:ext cx="6750268" cy="414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553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94CB2-4997-4DA5-CF36-AB1207F62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BB7F72D-41D4-94F5-9A7A-25AFBFC28E1D}"/>
              </a:ext>
            </a:extLst>
          </p:cNvPr>
          <p:cNvSpPr txBox="1"/>
          <p:nvPr/>
        </p:nvSpPr>
        <p:spPr>
          <a:xfrm>
            <a:off x="3048930" y="103151"/>
            <a:ext cx="60941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Competition, not cooperation, dominates interactions among culturable microbial species</a:t>
            </a:r>
          </a:p>
          <a:p>
            <a:pPr algn="ctr"/>
            <a:r>
              <a:rPr lang="zh-CN" altLang="en-US" b="1" dirty="0"/>
              <a:t>（竞争而非合作主导可培养微生物物种间的相互作用）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53782C-9087-0384-AAF8-FCC25FCEC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3139" y="2327247"/>
            <a:ext cx="627993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核心结论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：在这个研究的自然微生物群落中，物种间的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负面竞争效应远远压倒正面的合作效应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。虽然自然界确实存在微生物合作的例子（比如某些口腔细菌或合成代谢的微生物联盟），但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它们并非普遍现象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这个发现提醒我们，不要轻易地将一个复杂的微生物群落（比如人体肠道菌群、土壤菌群）简单想象成一个高度合作的“超级有机体”。在这个系统中，激烈的竞争可能才是驱动微生物进化与共存的更主要力量。物种之间更常见的可能是“损人利己”或“损人不利己”的关系，而非“互利共赢”。</a:t>
            </a:r>
          </a:p>
        </p:txBody>
      </p:sp>
    </p:spTree>
    <p:extLst>
      <p:ext uri="{BB962C8B-B14F-4D97-AF65-F5344CB8AC3E}">
        <p14:creationId xmlns:p14="http://schemas.microsoft.com/office/powerpoint/2010/main" val="2060719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828C-3041-B5F7-F2C5-467DA0A8F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FF6768E-1097-CB3D-1A6F-D8A20EB600E1}"/>
              </a:ext>
            </a:extLst>
          </p:cNvPr>
          <p:cNvSpPr txBox="1"/>
          <p:nvPr/>
        </p:nvSpPr>
        <p:spPr>
          <a:xfrm>
            <a:off x="3048930" y="434227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/>
              <a:t>相关进展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684EDD7-BC4F-CC54-4B76-C10A813FEFA3}"/>
              </a:ext>
            </a:extLst>
          </p:cNvPr>
          <p:cNvSpPr txBox="1"/>
          <p:nvPr/>
        </p:nvSpPr>
        <p:spPr>
          <a:xfrm>
            <a:off x="825063" y="1639614"/>
            <a:ext cx="61286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学习菌群相关的数据集的导入、</a:t>
            </a:r>
            <a:r>
              <a:rPr lang="en-US" altLang="zh-CN" dirty="0" err="1"/>
              <a:t>matlab.slx</a:t>
            </a:r>
            <a:r>
              <a:rPr lang="zh-CN" altLang="en-US" dirty="0"/>
              <a:t>文件如何导入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完成部分的毕业论文的初稿</a:t>
            </a:r>
          </a:p>
        </p:txBody>
      </p:sp>
    </p:spTree>
    <p:extLst>
      <p:ext uri="{BB962C8B-B14F-4D97-AF65-F5344CB8AC3E}">
        <p14:creationId xmlns:p14="http://schemas.microsoft.com/office/powerpoint/2010/main" val="192506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1008</Words>
  <Application>Microsoft Office PowerPoint</Application>
  <PresentationFormat>宽屏</PresentationFormat>
  <Paragraphs>59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群体感应系统中欺骗行为对人工合成菌群稳定性的影响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洁瑞 娄</dc:creator>
  <cp:lastModifiedBy>洁瑞 娄</cp:lastModifiedBy>
  <cp:revision>5</cp:revision>
  <dcterms:created xsi:type="dcterms:W3CDTF">2026-02-09T09:39:26Z</dcterms:created>
  <dcterms:modified xsi:type="dcterms:W3CDTF">2026-03-06T03:10:10Z</dcterms:modified>
</cp:coreProperties>
</file>