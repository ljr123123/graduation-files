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7" r:id="rId3"/>
    <p:sldId id="280" r:id="rId4"/>
    <p:sldId id="281" r:id="rId5"/>
    <p:sldId id="282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6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D4FF32-06EB-8D59-C5BA-F12FE0292A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EAC86C2-07AE-C80A-8975-2FBDD5D487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BF4F33-9C1B-E026-74AF-5C4DC5A6D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8AEDC-9A76-4F16-B788-62A12EB0E235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8B6F79-B2AD-DD5D-538C-12FA12E7E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0255A8-B0B4-389B-9827-BCECA7AD1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334F1-3E3C-421E-B10B-6A95147B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5918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4DD6E8-1A5E-B048-3CB8-9E45EE3E7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00F140-89AB-D295-E195-6BB4B594C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29D1CC-8EE4-840C-89B9-4C7723D91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8AEDC-9A76-4F16-B788-62A12EB0E235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FFC973-4297-1591-5E64-7E4CB3B78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A85C76-1118-C0B3-7968-867272E4B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334F1-3E3C-421E-B10B-6A95147B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7295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F7C56F-69BA-E2D7-29AA-8189893FB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40B2CA-4E42-B293-B035-3CA911028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8874D8-3AD1-FC69-D9A4-7A33E8D6E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8AEDC-9A76-4F16-B788-62A12EB0E235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AC2023-993E-DE72-C5B9-9B39AAB40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90D958-5148-9EB0-7794-969508C1E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334F1-3E3C-421E-B10B-6A95147B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377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986C3E-B27B-4C1D-ACDA-99F85C3DC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AA8197-59A2-796A-4E69-E3B73BEB62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66F6087-2741-2E83-BBF4-AC52EA3DBE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87A42E-6A2C-BEE1-734F-8BADBB584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8AEDC-9A76-4F16-B788-62A12EB0E235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3B28DD-00EC-9005-92CB-AFAB58160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04E7ED-D823-D121-1052-68E7E957A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334F1-3E3C-421E-B10B-6A95147B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9636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14C613-1EC4-5506-3E52-DB8320284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F1CDDC-98BF-40B6-1D15-D1A268967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972AA57-C904-3389-9A6A-7BF0F606A0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28171B6-9ED2-089F-8FA9-0D0A858589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0E19460-708B-C41B-E676-795A5A652B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B715713-EAEB-ABE3-FBF6-5FEC948E8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8AEDC-9A76-4F16-B788-62A12EB0E235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96E090C-C9A9-278B-8DC1-D82833CC2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5D66015-A4D1-4E00-F024-783096439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334F1-3E3C-421E-B10B-6A95147B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825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27E310-ABA1-424B-D7F6-AB69673A9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5CDC63E-C6DE-C560-38C4-D6F5EB7F2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8AEDC-9A76-4F16-B788-62A12EB0E235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6CC543F-8689-EE8B-1640-E7C6058A3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12CA5AE-AB65-9DBF-FEFF-D950E6C32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334F1-3E3C-421E-B10B-6A95147B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1267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FA2881E-D929-F579-0FD5-D79A937F1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8AEDC-9A76-4F16-B788-62A12EB0E235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C88B523-37E8-381F-ACB7-2D00F8D30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67B3DE-EAB5-BD96-7AFC-A89EF5DF7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334F1-3E3C-421E-B10B-6A95147B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5037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7AA703-AFB6-6DC3-44AE-A9F1AD24F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9A51BF-BD23-CD87-EEC1-32CF613E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807F123-7241-936C-AA6B-B04E2EC7AA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506E74C-9B1E-473C-A605-E8B011D5F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8AEDC-9A76-4F16-B788-62A12EB0E235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C7C0B2-4369-1477-1E16-0B258068B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85399D-0A48-53FE-FD07-BD78FB025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334F1-3E3C-421E-B10B-6A95147B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8166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312F7D-E1EB-BC97-D060-0A40C1370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3781FA0-A4CC-23D2-8D84-F83B7DD7DB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1818C9F-7236-56FF-28DD-9FCD5AB82D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8D4BD3F-390A-0BE6-E9F0-8971EF1D2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8AEDC-9A76-4F16-B788-62A12EB0E235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F32030-916D-2AFC-1C71-77F4DAF47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325ED5-E964-4D7F-D0EB-9373FD4CF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334F1-3E3C-421E-B10B-6A95147B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7617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240E78-D8D5-D540-D046-2921281D7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9E4A2A3-ADC0-D1D9-5341-EDC10673CC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25E3F1-B0B9-D46C-56D5-61535629F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8AEDC-9A76-4F16-B788-62A12EB0E235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D36935-59B7-0239-ED39-3A200E86F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31BD5D-E117-33E8-F5DD-CECF4FF06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334F1-3E3C-421E-B10B-6A95147B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357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13E8537-F0AB-BAFF-8F2F-8B3ABB36CD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6F65816-2460-1C2E-C077-8A9DBD21A0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80E3CA-0854-BF81-54D8-07F901483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8AEDC-9A76-4F16-B788-62A12EB0E235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DCBF10-04AF-0AFB-D3B3-CE7969DAC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433248-B4D0-7CB3-3943-147CADB59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334F1-3E3C-421E-B10B-6A95147B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6538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4C85182-C709-F920-F049-37AF4C939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D49BD8-6111-02DB-06C1-362CE47AD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BC26EF-CC2E-F74D-F629-1336799A61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38AEDC-9A76-4F16-B788-62A12EB0E235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823F7A-47DA-74AF-4727-0E21E107CF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D51AFB-C2ED-E921-27CF-B94BFABCBF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7334F1-3E3C-421E-B10B-6A95147B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1481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968C74-4685-23C3-2684-92DC49D136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CN" altLang="zh-CN" b="1" dirty="0"/>
              <a:t>群体感应系统中欺骗行为对人工合成菌群稳定性的影响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7566467-79B5-B11D-1B28-80F5B63389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毕业设计组会进度汇报 娄洁瑞 </a:t>
            </a:r>
            <a:r>
              <a:rPr lang="en-US" altLang="zh-CN" dirty="0"/>
              <a:t>2026.03.19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18713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6050F-190E-D640-3B8E-4B849C9F2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9690E00-C6BC-A63A-2682-343D725F6879}"/>
              </a:ext>
            </a:extLst>
          </p:cNvPr>
          <p:cNvSpPr txBox="1"/>
          <p:nvPr/>
        </p:nvSpPr>
        <p:spPr>
          <a:xfrm>
            <a:off x="3048930" y="434227"/>
            <a:ext cx="609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/>
              <a:t>本周完成的任务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96C0B32-9F6F-9933-248D-8425A5A729C3}"/>
              </a:ext>
            </a:extLst>
          </p:cNvPr>
          <p:cNvSpPr txBox="1"/>
          <p:nvPr/>
        </p:nvSpPr>
        <p:spPr>
          <a:xfrm>
            <a:off x="882870" y="1665890"/>
            <a:ext cx="639790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把老师上次提出的问题使用</a:t>
            </a:r>
            <a:r>
              <a:rPr lang="en-US" altLang="zh-CN" sz="2400" b="1" dirty="0" err="1"/>
              <a:t>Matlab</a:t>
            </a:r>
            <a:r>
              <a:rPr lang="zh-CN" altLang="en-US" sz="2400" b="1" dirty="0"/>
              <a:t>代码解决了</a:t>
            </a:r>
            <a:endParaRPr lang="en-US" altLang="zh-CN" sz="2400" b="1" dirty="0"/>
          </a:p>
          <a:p>
            <a:r>
              <a:rPr lang="en-US" altLang="zh-CN" dirty="0"/>
              <a:t>1.</a:t>
            </a:r>
            <a:r>
              <a:rPr lang="zh-CN" altLang="en-US" dirty="0"/>
              <a:t>把已有 </a:t>
            </a:r>
            <a:r>
              <a:rPr lang="en-US" altLang="zh-CN" dirty="0"/>
              <a:t>QS-</a:t>
            </a:r>
            <a:r>
              <a:rPr lang="zh-CN" altLang="en-US" dirty="0"/>
              <a:t>欺骗者数学模型“工程化”到 </a:t>
            </a:r>
            <a:r>
              <a:rPr lang="en-US" altLang="zh-CN" dirty="0"/>
              <a:t>Simulink</a:t>
            </a:r>
          </a:p>
          <a:p>
            <a:r>
              <a:rPr lang="en-US" altLang="zh-CN" dirty="0"/>
              <a:t>2.</a:t>
            </a:r>
            <a:r>
              <a:rPr lang="zh-CN" altLang="en-US" dirty="0"/>
              <a:t>扩展到 </a:t>
            </a:r>
            <a:r>
              <a:rPr lang="en-US" altLang="zh-CN" dirty="0"/>
              <a:t>N </a:t>
            </a:r>
            <a:r>
              <a:rPr lang="zh-CN" altLang="en-US" dirty="0"/>
              <a:t>菌体系，并建立“临界 </a:t>
            </a:r>
            <a:r>
              <a:rPr lang="en-US" altLang="zh-CN" dirty="0"/>
              <a:t>N/</a:t>
            </a:r>
            <a:r>
              <a:rPr lang="zh-CN" altLang="en-US" dirty="0"/>
              <a:t>拐点”的可计算判别流程</a:t>
            </a:r>
          </a:p>
          <a:p>
            <a:r>
              <a:rPr lang="en-US" altLang="zh-CN" dirty="0"/>
              <a:t>3.</a:t>
            </a:r>
            <a:r>
              <a:rPr lang="zh-CN" altLang="en-US" dirty="0"/>
              <a:t>定义并量化“欺骗强度” </a:t>
            </a:r>
            <a:r>
              <a:rPr lang="en-US" altLang="zh-CN" dirty="0"/>
              <a:t>chi</a:t>
            </a:r>
            <a:r>
              <a:rPr lang="zh-CN" altLang="en-US" dirty="0"/>
              <a:t>，并做动力学响应分析</a:t>
            </a:r>
            <a:endParaRPr lang="en-US" altLang="zh-CN" dirty="0"/>
          </a:p>
          <a:p>
            <a:endParaRPr lang="en-US" altLang="zh-CN" b="1" dirty="0"/>
          </a:p>
          <a:p>
            <a:r>
              <a:rPr lang="zh-CN" altLang="en-US" sz="2400" b="1" dirty="0"/>
              <a:t>完成了部分毕业论文初稿</a:t>
            </a:r>
          </a:p>
        </p:txBody>
      </p:sp>
    </p:spTree>
    <p:extLst>
      <p:ext uri="{BB962C8B-B14F-4D97-AF65-F5344CB8AC3E}">
        <p14:creationId xmlns:p14="http://schemas.microsoft.com/office/powerpoint/2010/main" val="3672586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FF1B3-6DB8-9E2A-56A3-50A8F8068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08AABBB0-C5E3-B493-CC14-10E411B4D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9193" y="544151"/>
            <a:ext cx="6973614" cy="618583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07D02FB4-DD54-8413-E861-B92F5BC4C99C}"/>
              </a:ext>
            </a:extLst>
          </p:cNvPr>
          <p:cNvSpPr txBox="1"/>
          <p:nvPr/>
        </p:nvSpPr>
        <p:spPr>
          <a:xfrm>
            <a:off x="3560379" y="128017"/>
            <a:ext cx="50712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350"/>
              </a:spcBef>
              <a:spcAft>
                <a:spcPts val="600"/>
              </a:spcAft>
              <a:buNone/>
            </a:pPr>
            <a:r>
              <a:rPr lang="zh-CN" altLang="en-US" b="1" i="0" dirty="0">
                <a:effectLst/>
                <a:latin typeface="Segoe WPC"/>
              </a:rPr>
              <a:t>把已有 </a:t>
            </a:r>
            <a:r>
              <a:rPr lang="en-US" altLang="zh-CN" b="1" i="0" dirty="0">
                <a:effectLst/>
                <a:latin typeface="Segoe WPC"/>
              </a:rPr>
              <a:t>QS-</a:t>
            </a:r>
            <a:r>
              <a:rPr lang="zh-CN" altLang="en-US" b="1" i="0" dirty="0">
                <a:effectLst/>
                <a:latin typeface="Segoe WPC"/>
              </a:rPr>
              <a:t>欺骗者数学模型“工程化”到 </a:t>
            </a:r>
            <a:r>
              <a:rPr lang="en-US" altLang="zh-CN" b="1" i="0" dirty="0">
                <a:effectLst/>
                <a:latin typeface="Segoe WPC"/>
              </a:rPr>
              <a:t>Simulink</a:t>
            </a:r>
          </a:p>
        </p:txBody>
      </p:sp>
    </p:spTree>
    <p:extLst>
      <p:ext uri="{BB962C8B-B14F-4D97-AF65-F5344CB8AC3E}">
        <p14:creationId xmlns:p14="http://schemas.microsoft.com/office/powerpoint/2010/main" val="82647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4E3D4-EF42-72B5-8EA3-73911336D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AAD5E7F-4E22-2ADC-D877-2E5BF2904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463" y="943016"/>
            <a:ext cx="9029874" cy="550507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E020B0F-3AEF-7F4E-6CF7-17D65066F696}"/>
              </a:ext>
            </a:extLst>
          </p:cNvPr>
          <p:cNvSpPr txBox="1"/>
          <p:nvPr/>
        </p:nvSpPr>
        <p:spPr>
          <a:xfrm>
            <a:off x="3084786" y="2042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扩展到 </a:t>
            </a:r>
            <a:r>
              <a:rPr lang="en-US" altLang="zh-CN" b="1" dirty="0"/>
              <a:t>N </a:t>
            </a:r>
            <a:r>
              <a:rPr lang="zh-CN" altLang="en-US" b="1" dirty="0"/>
              <a:t>菌体系，并建立“临界 </a:t>
            </a:r>
            <a:r>
              <a:rPr lang="en-US" altLang="zh-CN" b="1" dirty="0"/>
              <a:t>N/</a:t>
            </a:r>
            <a:r>
              <a:rPr lang="zh-CN" altLang="en-US" b="1" dirty="0"/>
              <a:t>拐点”的可计算判别流程</a:t>
            </a:r>
          </a:p>
        </p:txBody>
      </p:sp>
    </p:spTree>
    <p:extLst>
      <p:ext uri="{BB962C8B-B14F-4D97-AF65-F5344CB8AC3E}">
        <p14:creationId xmlns:p14="http://schemas.microsoft.com/office/powerpoint/2010/main" val="505291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3EC8B-AEDA-5938-92F5-458BA6A6C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A8CF297-0B98-B6FC-4DB8-A33617E1F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589" y="693682"/>
            <a:ext cx="9258822" cy="598038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943C7A0-53AF-145A-24B5-C86233F254F9}"/>
              </a:ext>
            </a:extLst>
          </p:cNvPr>
          <p:cNvSpPr txBox="1"/>
          <p:nvPr/>
        </p:nvSpPr>
        <p:spPr>
          <a:xfrm>
            <a:off x="3221421" y="18393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定义并量化“欺骗强度” </a:t>
            </a:r>
            <a:r>
              <a:rPr lang="en-US" altLang="zh-CN" b="1" dirty="0"/>
              <a:t>chi</a:t>
            </a:r>
            <a:r>
              <a:rPr lang="zh-CN" altLang="en-US" b="1" dirty="0"/>
              <a:t>，并做动力学响应分析</a:t>
            </a:r>
          </a:p>
        </p:txBody>
      </p:sp>
    </p:spTree>
    <p:extLst>
      <p:ext uri="{BB962C8B-B14F-4D97-AF65-F5344CB8AC3E}">
        <p14:creationId xmlns:p14="http://schemas.microsoft.com/office/powerpoint/2010/main" val="2024220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2548</TotalTime>
  <Words>124</Words>
  <Application>Microsoft Office PowerPoint</Application>
  <PresentationFormat>宽屏</PresentationFormat>
  <Paragraphs>12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Segoe WPC</vt:lpstr>
      <vt:lpstr>等线</vt:lpstr>
      <vt:lpstr>等线 Light</vt:lpstr>
      <vt:lpstr>Arial</vt:lpstr>
      <vt:lpstr>Office 主题​​</vt:lpstr>
      <vt:lpstr>群体感应系统中欺骗行为对人工合成菌群稳定性的影响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洁瑞 娄</dc:creator>
  <cp:lastModifiedBy>洁瑞 娄</cp:lastModifiedBy>
  <cp:revision>6</cp:revision>
  <dcterms:created xsi:type="dcterms:W3CDTF">2026-02-09T09:39:26Z</dcterms:created>
  <dcterms:modified xsi:type="dcterms:W3CDTF">2026-03-20T07:58:28Z</dcterms:modified>
</cp:coreProperties>
</file>