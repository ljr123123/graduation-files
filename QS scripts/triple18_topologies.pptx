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三菌体系 · 18 种调控拓扑（与 triple_qs_topology18 一致）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每页 H1–H18：仅 A1→B1–B3 跨边不同（蓝虚线：促进 / 抑制）。</a:t>
            </a:r>
          </a:p>
          <a:p>
            <a:r>
              <a:t>A2、A3 在模型中无对 B 的 Hill 跨边，故图中不画 A2/A3→B。</a:t>
            </a:r>
          </a:p>
          <a:p>
            <a:r>
              <a:t>各模块内：C→A、C→B 与 B⊣C 为示意性公共骨架。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02920"/>
            <a:ext cx="11521440" cy="1108757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02920"/>
            <a:ext cx="11521440" cy="1108757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02920"/>
            <a:ext cx="11521440" cy="110875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02920"/>
            <a:ext cx="11521440" cy="1108757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02920"/>
            <a:ext cx="11521440" cy="1108757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02920"/>
            <a:ext cx="11521440" cy="1108757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02920"/>
            <a:ext cx="11521440" cy="1108757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02920"/>
            <a:ext cx="11521440" cy="1108757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02920"/>
            <a:ext cx="11521440" cy="1108757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02920"/>
            <a:ext cx="11521440" cy="1108757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02920"/>
            <a:ext cx="11521440" cy="1108757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02920"/>
            <a:ext cx="11521440" cy="1108757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02920"/>
            <a:ext cx="11521440" cy="1108757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02920"/>
            <a:ext cx="11521440" cy="1108757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02920"/>
            <a:ext cx="11521440" cy="1108757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02920"/>
            <a:ext cx="11521440" cy="1108757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02920"/>
            <a:ext cx="11521440" cy="1108757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02920"/>
            <a:ext cx="11521440" cy="1108757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