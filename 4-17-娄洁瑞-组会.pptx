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0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A047-8DD1-8572-4D57-0C64A0E6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35C37F-0323-0AAB-1649-65B7E1888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C334F7-77FD-9656-500F-30D33E47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F6A53-B046-46AC-CC88-97DF846A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1345A-997A-A074-2ED0-3F86A8C3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7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07DC8-FD2A-4E2C-BF4A-F54A8CBBD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70C2-DF68-FF90-FB39-4D1DCFF21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47F0A-1DF9-8CB9-7303-343F45AE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17AB9-21FE-20C0-D44F-D11C70EB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BF652-E205-D48A-F51D-9FCDD418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9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90C6D-460E-DCE9-A51A-DCB05A5B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50421-479E-A985-3041-DB200A064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A83D2E-3CAF-EC00-9563-C21F2667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A0C246-9227-1C0B-C6ED-C2CD7D76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171E4-A7DB-BD2F-C2A8-8BDEFE8B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51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42E6D-6081-3EF0-83C0-2CF77277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56214-172C-5875-A9C4-6B97E77F9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1EC328-39CA-C310-B6CF-E499E0F7D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50897-4046-00AB-A0EA-E60161AF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AB9B4-3292-41AC-6691-2F2C37C3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6195E9-9AD8-5B0A-03B0-C90B3B72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11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48D72-E2A5-C806-6EFB-48969FF8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1B6710-73CF-7F0C-1D1A-50C9A4169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F68702-59E7-E86E-4069-864A09FD4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52E17B-FAB0-33F1-599E-86A59AE2C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A415BD-110A-EFBB-4700-36ABB345D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0CE44E-9CD8-B4BF-F688-DA40409E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1F362F-01F3-3E27-D1D8-03C7D870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04DF86-E0EE-5336-3DE7-60C6CE66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76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CFEC6-1DB6-137E-FAC4-34A588DA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C5E4E4-E19E-BED3-6DBD-5D0A7BD8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18256E-16EB-83F8-5944-4E145F30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BF625-6FED-7B13-813D-8B7DF5C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540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9C9BD6-2600-24BE-A51F-A46B4E28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7C26D9-AA47-EC84-FE98-A52DE794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EFEB1-4766-1CFB-E5CE-A4A51CBF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4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79A82-A9C4-EE3A-CCF7-815EF7FB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3A6A2-0B98-AF84-BD83-9F9B0A17A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4CEEA6-F5AF-3456-DF43-EE0769FB9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BC8B03-3847-23D2-895D-E8374A86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104889-8074-9989-60E9-E21DCB53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E176C1-5288-B4E5-B8DC-38E815C8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92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367B0-E4F7-1DA2-70E3-45DAB86F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05E54B-AE53-680A-157B-B3F9F387D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230777-D014-8372-FCF6-F55260F38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932242-905C-1F98-FCA2-3F3C6B45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61E24C-32A3-E96F-0C12-CE3FB74A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1D6C41-0F05-AD61-B97B-2C6AFEA9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9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BA434-DBF9-C7AE-2006-70399058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B039C4-9BE5-43BE-D4C2-A76B2963D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2BF2F-B1E1-0A34-0F36-416A8BCF6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E7F29-915C-086B-1A6A-BECA1F20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C28067-8083-6C38-D0C1-5F089D8B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8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F2697B-82BA-7370-0140-D4F649511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C1A2FC-30E9-0D0D-9843-A1F4E546E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67A61-704A-F9A4-6019-F416E7BC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EDDE1-D86A-B021-4A48-124D6D3E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F31E1-A04D-EF13-AF61-D5CBB867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16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E3CACD-BC41-0AEC-CBB7-D8BFCF93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E86C21-FD84-CC88-FD8C-E1670BA14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CA726-8520-250F-6F19-58D465234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0DCB8-4481-4F97-AAE7-71123934414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2AE35-5022-69DE-86AC-8702FF785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A38EC-29FD-6E43-1BEA-2AB4EAC5A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3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68C74-4685-23C3-2684-92DC49D13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群体感应系统中欺骗行为对人工合成菌群稳定性的影响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566467-79B5-B11D-1B28-80F5B6338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毕业设计组会进度汇报 娄洁瑞 </a:t>
            </a:r>
            <a:r>
              <a:rPr lang="en-US" altLang="zh-CN" dirty="0"/>
              <a:t>2026.04.17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71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E815-6537-5F68-FFEA-F6D5A878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99C3D6C-2A9B-D43B-0C1B-DDC34611C5DC}"/>
              </a:ext>
            </a:extLst>
          </p:cNvPr>
          <p:cNvSpPr txBox="1"/>
          <p:nvPr/>
        </p:nvSpPr>
        <p:spPr>
          <a:xfrm>
            <a:off x="978744" y="1774324"/>
            <a:ext cx="10225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近期已完成的工作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继续撰写毕业论文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使用</a:t>
            </a:r>
            <a:r>
              <a:rPr lang="en-US" altLang="zh-CN" sz="2800" dirty="0"/>
              <a:t>Simulink</a:t>
            </a:r>
            <a:r>
              <a:rPr lang="zh-CN" altLang="en-US" sz="2800" dirty="0"/>
              <a:t>复现了邵学长的代码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92720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B95B-7473-F199-A606-B48F7DF8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69F61F-33D6-8F90-8190-D783201B5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774" y="680827"/>
            <a:ext cx="7504451" cy="572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6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26608-E697-1FA8-8FE0-F88AF4A8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接下来的计划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70C07-807A-7588-E263-5762D03C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完成毕业论文</a:t>
            </a:r>
            <a:endParaRPr lang="en-US" altLang="zh-CN" dirty="0"/>
          </a:p>
          <a:p>
            <a:r>
              <a:rPr lang="zh-CN" altLang="en-US" dirty="0"/>
              <a:t>完成</a:t>
            </a:r>
            <a:r>
              <a:rPr lang="en-US" altLang="zh-CN" dirty="0"/>
              <a:t>Simulink</a:t>
            </a:r>
            <a:r>
              <a:rPr lang="zh-CN" altLang="en-US" dirty="0"/>
              <a:t>中邵学长未完成的部分</a:t>
            </a:r>
          </a:p>
        </p:txBody>
      </p:sp>
    </p:spTree>
    <p:extLst>
      <p:ext uri="{BB962C8B-B14F-4D97-AF65-F5344CB8AC3E}">
        <p14:creationId xmlns:p14="http://schemas.microsoft.com/office/powerpoint/2010/main" val="491643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50</Words>
  <Application>Microsoft Office PowerPoint</Application>
  <PresentationFormat>宽屏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群体感应系统中欺骗行为对人工合成菌群稳定性的影响</vt:lpstr>
      <vt:lpstr>PowerPoint 演示文稿</vt:lpstr>
      <vt:lpstr>PowerPoint 演示文稿</vt:lpstr>
      <vt:lpstr>接下来的计划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洁瑞 娄</dc:creator>
  <cp:lastModifiedBy>洁瑞 娄</cp:lastModifiedBy>
  <cp:revision>5</cp:revision>
  <dcterms:created xsi:type="dcterms:W3CDTF">2025-12-25T11:06:44Z</dcterms:created>
  <dcterms:modified xsi:type="dcterms:W3CDTF">2026-04-17T01:57:01Z</dcterms:modified>
</cp:coreProperties>
</file>